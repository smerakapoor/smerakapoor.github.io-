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11" r:id="rId4"/>
    <p:sldMasterId id="214748371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y="5143500" cx="9144000"/>
  <p:notesSz cx="6858000" cy="9144000"/>
  <p:embeddedFontLst>
    <p:embeddedFont>
      <p:font typeface="Archivo Light"/>
      <p:regular r:id="rId27"/>
      <p:bold r:id="rId28"/>
      <p:italic r:id="rId29"/>
      <p:boldItalic r:id="rId30"/>
    </p:embeddedFont>
    <p:embeddedFont>
      <p:font typeface="Archivo Medium"/>
      <p:regular r:id="rId31"/>
      <p:bold r:id="rId32"/>
      <p:italic r:id="rId33"/>
      <p:boldItalic r:id="rId34"/>
    </p:embeddedFont>
    <p:embeddedFont>
      <p:font typeface="Urbanist"/>
      <p:regular r:id="rId35"/>
      <p:bold r:id="rId36"/>
      <p:italic r:id="rId37"/>
      <p:boldItalic r:id="rId38"/>
    </p:embeddedFont>
    <p:embeddedFont>
      <p:font typeface="Archivo"/>
      <p:regular r:id="rId39"/>
      <p:bold r:id="rId40"/>
      <p:italic r:id="rId41"/>
      <p:boldItalic r:id="rId42"/>
    </p:embeddedFont>
    <p:embeddedFont>
      <p:font typeface="Archivo SemiBold"/>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Archivo-bold.fntdata"/><Relationship Id="rId42" Type="http://schemas.openxmlformats.org/officeDocument/2006/relationships/font" Target="fonts/Archivo-boldItalic.fntdata"/><Relationship Id="rId41" Type="http://schemas.openxmlformats.org/officeDocument/2006/relationships/font" Target="fonts/Archivo-italic.fntdata"/><Relationship Id="rId44" Type="http://schemas.openxmlformats.org/officeDocument/2006/relationships/font" Target="fonts/ArchivoSemiBold-bold.fntdata"/><Relationship Id="rId43" Type="http://schemas.openxmlformats.org/officeDocument/2006/relationships/font" Target="fonts/ArchivoSemiBold-regular.fntdata"/><Relationship Id="rId46" Type="http://schemas.openxmlformats.org/officeDocument/2006/relationships/font" Target="fonts/ArchivoSemiBold-boldItalic.fntdata"/><Relationship Id="rId45" Type="http://schemas.openxmlformats.org/officeDocument/2006/relationships/font" Target="fonts/ArchivoSemi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ArchivoMedium-regular.fntdata"/><Relationship Id="rId30" Type="http://schemas.openxmlformats.org/officeDocument/2006/relationships/font" Target="fonts/ArchivoLight-boldItalic.fntdata"/><Relationship Id="rId33" Type="http://schemas.openxmlformats.org/officeDocument/2006/relationships/font" Target="fonts/ArchivoMedium-italic.fntdata"/><Relationship Id="rId32" Type="http://schemas.openxmlformats.org/officeDocument/2006/relationships/font" Target="fonts/ArchivoMedium-bold.fntdata"/><Relationship Id="rId35" Type="http://schemas.openxmlformats.org/officeDocument/2006/relationships/font" Target="fonts/Urbanist-regular.fntdata"/><Relationship Id="rId34" Type="http://schemas.openxmlformats.org/officeDocument/2006/relationships/font" Target="fonts/ArchivoMedium-boldItalic.fntdata"/><Relationship Id="rId37" Type="http://schemas.openxmlformats.org/officeDocument/2006/relationships/font" Target="fonts/Urbanist-italic.fntdata"/><Relationship Id="rId36" Type="http://schemas.openxmlformats.org/officeDocument/2006/relationships/font" Target="fonts/Urbanist-bold.fntdata"/><Relationship Id="rId39" Type="http://schemas.openxmlformats.org/officeDocument/2006/relationships/font" Target="fonts/Archivo-regular.fntdata"/><Relationship Id="rId38" Type="http://schemas.openxmlformats.org/officeDocument/2006/relationships/font" Target="fonts/Urbanist-bold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ArchivoLight-bold.fntdata"/><Relationship Id="rId27" Type="http://schemas.openxmlformats.org/officeDocument/2006/relationships/font" Target="fonts/ArchivoLight-regular.fntdata"/><Relationship Id="rId29" Type="http://schemas.openxmlformats.org/officeDocument/2006/relationships/font" Target="fonts/ArchivoLight-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38b6c25d3ec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4" name="Google Shape;544;g38b6c25d3ec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8b6c25d3ec_3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1" name="Google Shape;551;g38b6c25d3ec_3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38b6c25d3ec_3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8" name="Google Shape;558;g38b6c25d3ec_3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g38b6c25d3ec_3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5" name="Google Shape;565;g38b6c25d3ec_3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38b6c25d3ec_3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6" name="Google Shape;576;g38b6c25d3ec_3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g38b6c25d3ec_3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7" name="Google Shape;587;g38b6c25d3ec_3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g38b6c25d3ec_3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3" name="Google Shape;603;g38b6c25d3ec_3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g38b6c25d3ec_3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1" name="Google Shape;611;g38b6c25d3ec_3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g38b6c25d3ec_3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9" name="Google Shape;619;g38b6c25d3ec_3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g39723d800f4_1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0" name="Google Shape;630;g39723d800f4_1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g3d5f6c4c4cf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9" name="Google Shape;639;g3d5f6c4c4cf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g39723d800f4_1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6" name="Google Shape;646;g39723d800f4_1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g3d5ac1ec9b7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5" name="Google Shape;655;g3d5ac1ec9b7_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g3d5ac1ec9b7_0_4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2" name="Google Shape;662;g3d5ac1ec9b7_0_49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g3d5ac1ec9b7_0_9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0" name="Google Shape;670;g3d5ac1ec9b7_0_9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d5ac1ec9b7_0_14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6" name="Google Shape;686;g3d5ac1ec9b7_0_14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g3d5ac1ec9b7_2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94" name="Google Shape;694;g3d5ac1ec9b7_2_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g3970d398876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2" name="Google Shape;702;g3970d398876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g38b6c25d3ec_3_4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5" name="Google Shape;725;g38b6c25d3ec_3_4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38b6c25d3ec_3_4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4" name="Google Shape;744;g38b6c25d3ec_3_4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jp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jp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Alt 1">
  <p:cSld name="BLANK_2">
    <p:bg>
      <p:bgPr>
        <a:solidFill>
          <a:schemeClr val="dk1"/>
        </a:solidFill>
      </p:bgPr>
    </p:bg>
    <p:spTree>
      <p:nvGrpSpPr>
        <p:cNvPr id="54" name="Shape 54"/>
        <p:cNvGrpSpPr/>
        <p:nvPr/>
      </p:nvGrpSpPr>
      <p:grpSpPr>
        <a:xfrm>
          <a:off x="0" y="0"/>
          <a:ext cx="0" cy="0"/>
          <a:chOff x="0" y="0"/>
          <a:chExt cx="0" cy="0"/>
        </a:xfrm>
      </p:grpSpPr>
      <p:pic>
        <p:nvPicPr>
          <p:cNvPr id="55" name="Google Shape;55;p14"/>
          <p:cNvPicPr preferRelativeResize="0"/>
          <p:nvPr/>
        </p:nvPicPr>
        <p:blipFill>
          <a:blip r:embed="rId2">
            <a:alphaModFix/>
          </a:blip>
          <a:stretch>
            <a:fillRect/>
          </a:stretch>
        </p:blipFill>
        <p:spPr>
          <a:xfrm>
            <a:off x="0" y="0"/>
            <a:ext cx="9144000" cy="5143500"/>
          </a:xfrm>
          <a:prstGeom prst="rect">
            <a:avLst/>
          </a:prstGeom>
          <a:noFill/>
          <a:ln>
            <a:noFill/>
          </a:ln>
        </p:spPr>
      </p:pic>
      <p:sp>
        <p:nvSpPr>
          <p:cNvPr id="56" name="Google Shape;56;p14"/>
          <p:cNvSpPr txBox="1"/>
          <p:nvPr>
            <p:ph idx="1" type="subTitle"/>
          </p:nvPr>
        </p:nvSpPr>
        <p:spPr>
          <a:xfrm>
            <a:off x="6775278" y="3560565"/>
            <a:ext cx="2001600" cy="1247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000"/>
              <a:buFont typeface="Archivo Light"/>
              <a:buNone/>
              <a:defRPr sz="1000">
                <a:latin typeface="Archivo Light"/>
                <a:ea typeface="Archivo Light"/>
                <a:cs typeface="Archivo Light"/>
                <a:sym typeface="Archivo Light"/>
              </a:defRPr>
            </a:lvl1pPr>
            <a:lvl2pPr lvl="1">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2pPr>
            <a:lvl3pPr lvl="2">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3pPr>
            <a:lvl4pPr lvl="3">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4pPr>
            <a:lvl5pPr lvl="4">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5pPr>
            <a:lvl6pPr lvl="5">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6pPr>
            <a:lvl7pPr lvl="6">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7pPr>
            <a:lvl8pPr lvl="7">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8pPr>
            <a:lvl9pPr lvl="8">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9pPr>
          </a:lstStyle>
          <a:p/>
        </p:txBody>
      </p:sp>
      <p:sp>
        <p:nvSpPr>
          <p:cNvPr id="57" name="Google Shape;57;p14"/>
          <p:cNvSpPr txBox="1"/>
          <p:nvPr>
            <p:ph type="title"/>
          </p:nvPr>
        </p:nvSpPr>
        <p:spPr>
          <a:xfrm>
            <a:off x="361975" y="3082925"/>
            <a:ext cx="6276900" cy="18399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5000"/>
              <a:buFont typeface="Archivo Light"/>
              <a:buNone/>
              <a:defRPr sz="5000">
                <a:latin typeface="Archivo Light"/>
                <a:ea typeface="Archivo Light"/>
                <a:cs typeface="Archivo Light"/>
                <a:sym typeface="Archivo Light"/>
              </a:defRPr>
            </a:lvl1pPr>
            <a:lvl2pPr lvl="1">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2pPr>
            <a:lvl3pPr lvl="2">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3pPr>
            <a:lvl4pPr lvl="3">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4pPr>
            <a:lvl5pPr lvl="4">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5pPr>
            <a:lvl6pPr lvl="5">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6pPr>
            <a:lvl7pPr lvl="6">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7pPr>
            <a:lvl8pPr lvl="7">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8pPr>
            <a:lvl9pPr lvl="8">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9pPr>
          </a:lstStyle>
          <a:p/>
        </p:txBody>
      </p:sp>
      <p:sp>
        <p:nvSpPr>
          <p:cNvPr id="58" name="Google Shape;58;p14"/>
          <p:cNvSpPr txBox="1"/>
          <p:nvPr>
            <p:ph idx="2" type="subTitle"/>
          </p:nvPr>
        </p:nvSpPr>
        <p:spPr>
          <a:xfrm>
            <a:off x="361975" y="2463075"/>
            <a:ext cx="6276900" cy="4305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400"/>
              <a:buFont typeface="Archivo Light"/>
              <a:buNone/>
              <a:defRPr>
                <a:latin typeface="Archivo Light"/>
                <a:ea typeface="Archivo Light"/>
                <a:cs typeface="Archivo Light"/>
                <a:sym typeface="Archivo Light"/>
              </a:defRPr>
            </a:lvl1pPr>
            <a:lvl2pPr lvl="1">
              <a:spcBef>
                <a:spcPts val="0"/>
              </a:spcBef>
              <a:spcAft>
                <a:spcPts val="0"/>
              </a:spcAft>
              <a:buClr>
                <a:schemeClr val="dk1"/>
              </a:buClr>
              <a:buSzPts val="1400"/>
              <a:buFont typeface="Archivo Light"/>
              <a:buNone/>
              <a:defRPr>
                <a:solidFill>
                  <a:schemeClr val="dk1"/>
                </a:solidFill>
                <a:latin typeface="Archivo Light"/>
                <a:ea typeface="Archivo Light"/>
                <a:cs typeface="Archivo Light"/>
                <a:sym typeface="Archivo Light"/>
              </a:defRPr>
            </a:lvl2pPr>
            <a:lvl3pPr lvl="2">
              <a:spcBef>
                <a:spcPts val="0"/>
              </a:spcBef>
              <a:spcAft>
                <a:spcPts val="0"/>
              </a:spcAft>
              <a:buClr>
                <a:schemeClr val="dk1"/>
              </a:buClr>
              <a:buSzPts val="1400"/>
              <a:buFont typeface="Archivo Light"/>
              <a:buNone/>
              <a:defRPr>
                <a:solidFill>
                  <a:schemeClr val="dk1"/>
                </a:solidFill>
                <a:latin typeface="Archivo Light"/>
                <a:ea typeface="Archivo Light"/>
                <a:cs typeface="Archivo Light"/>
                <a:sym typeface="Archivo Light"/>
              </a:defRPr>
            </a:lvl3pPr>
            <a:lvl4pPr lvl="3">
              <a:spcBef>
                <a:spcPts val="0"/>
              </a:spcBef>
              <a:spcAft>
                <a:spcPts val="0"/>
              </a:spcAft>
              <a:buClr>
                <a:schemeClr val="dk1"/>
              </a:buClr>
              <a:buSzPts val="1400"/>
              <a:buFont typeface="Archivo Light"/>
              <a:buNone/>
              <a:defRPr>
                <a:solidFill>
                  <a:schemeClr val="dk1"/>
                </a:solidFill>
                <a:latin typeface="Archivo Light"/>
                <a:ea typeface="Archivo Light"/>
                <a:cs typeface="Archivo Light"/>
                <a:sym typeface="Archivo Light"/>
              </a:defRPr>
            </a:lvl4pPr>
            <a:lvl5pPr lvl="4">
              <a:spcBef>
                <a:spcPts val="0"/>
              </a:spcBef>
              <a:spcAft>
                <a:spcPts val="0"/>
              </a:spcAft>
              <a:buClr>
                <a:schemeClr val="dk1"/>
              </a:buClr>
              <a:buSzPts val="1400"/>
              <a:buFont typeface="Archivo Light"/>
              <a:buNone/>
              <a:defRPr>
                <a:solidFill>
                  <a:schemeClr val="dk1"/>
                </a:solidFill>
                <a:latin typeface="Archivo Light"/>
                <a:ea typeface="Archivo Light"/>
                <a:cs typeface="Archivo Light"/>
                <a:sym typeface="Archivo Light"/>
              </a:defRPr>
            </a:lvl5pPr>
            <a:lvl6pPr lvl="5">
              <a:spcBef>
                <a:spcPts val="0"/>
              </a:spcBef>
              <a:spcAft>
                <a:spcPts val="0"/>
              </a:spcAft>
              <a:buClr>
                <a:schemeClr val="dk1"/>
              </a:buClr>
              <a:buSzPts val="1400"/>
              <a:buFont typeface="Archivo Light"/>
              <a:buNone/>
              <a:defRPr>
                <a:solidFill>
                  <a:schemeClr val="dk1"/>
                </a:solidFill>
                <a:latin typeface="Archivo Light"/>
                <a:ea typeface="Archivo Light"/>
                <a:cs typeface="Archivo Light"/>
                <a:sym typeface="Archivo Light"/>
              </a:defRPr>
            </a:lvl6pPr>
            <a:lvl7pPr lvl="6">
              <a:spcBef>
                <a:spcPts val="0"/>
              </a:spcBef>
              <a:spcAft>
                <a:spcPts val="0"/>
              </a:spcAft>
              <a:buClr>
                <a:schemeClr val="dk1"/>
              </a:buClr>
              <a:buSzPts val="1400"/>
              <a:buFont typeface="Archivo Light"/>
              <a:buNone/>
              <a:defRPr>
                <a:solidFill>
                  <a:schemeClr val="dk1"/>
                </a:solidFill>
                <a:latin typeface="Archivo Light"/>
                <a:ea typeface="Archivo Light"/>
                <a:cs typeface="Archivo Light"/>
                <a:sym typeface="Archivo Light"/>
              </a:defRPr>
            </a:lvl7pPr>
            <a:lvl8pPr lvl="7">
              <a:spcBef>
                <a:spcPts val="0"/>
              </a:spcBef>
              <a:spcAft>
                <a:spcPts val="0"/>
              </a:spcAft>
              <a:buClr>
                <a:schemeClr val="dk1"/>
              </a:buClr>
              <a:buSzPts val="1400"/>
              <a:buFont typeface="Archivo Light"/>
              <a:buNone/>
              <a:defRPr>
                <a:solidFill>
                  <a:schemeClr val="dk1"/>
                </a:solidFill>
                <a:latin typeface="Archivo Light"/>
                <a:ea typeface="Archivo Light"/>
                <a:cs typeface="Archivo Light"/>
                <a:sym typeface="Archivo Light"/>
              </a:defRPr>
            </a:lvl8pPr>
            <a:lvl9pPr lvl="8">
              <a:spcBef>
                <a:spcPts val="0"/>
              </a:spcBef>
              <a:spcAft>
                <a:spcPts val="0"/>
              </a:spcAft>
              <a:buClr>
                <a:schemeClr val="dk1"/>
              </a:buClr>
              <a:buSzPts val="1400"/>
              <a:buFont typeface="Archivo Light"/>
              <a:buNone/>
              <a:defRPr>
                <a:solidFill>
                  <a:schemeClr val="dk1"/>
                </a:solidFill>
                <a:latin typeface="Archivo Light"/>
                <a:ea typeface="Archivo Light"/>
                <a:cs typeface="Archivo Light"/>
                <a:sym typeface="Archivo Light"/>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 Alt 2">
  <p:cSld name="CUSTOM_20">
    <p:spTree>
      <p:nvGrpSpPr>
        <p:cNvPr id="59" name="Shape 59"/>
        <p:cNvGrpSpPr/>
        <p:nvPr/>
      </p:nvGrpSpPr>
      <p:grpSpPr>
        <a:xfrm>
          <a:off x="0" y="0"/>
          <a:ext cx="0" cy="0"/>
          <a:chOff x="0" y="0"/>
          <a:chExt cx="0" cy="0"/>
        </a:xfrm>
      </p:grpSpPr>
      <p:pic>
        <p:nvPicPr>
          <p:cNvPr id="60" name="Google Shape;60;p15"/>
          <p:cNvPicPr preferRelativeResize="0"/>
          <p:nvPr/>
        </p:nvPicPr>
        <p:blipFill>
          <a:blip r:embed="rId2">
            <a:alphaModFix/>
          </a:blip>
          <a:stretch>
            <a:fillRect/>
          </a:stretch>
        </p:blipFill>
        <p:spPr>
          <a:xfrm>
            <a:off x="0" y="0"/>
            <a:ext cx="9144000" cy="5143500"/>
          </a:xfrm>
          <a:prstGeom prst="rect">
            <a:avLst/>
          </a:prstGeom>
          <a:noFill/>
          <a:ln>
            <a:noFill/>
          </a:ln>
        </p:spPr>
      </p:pic>
      <p:sp>
        <p:nvSpPr>
          <p:cNvPr id="61" name="Google Shape;61;p15"/>
          <p:cNvSpPr/>
          <p:nvPr>
            <p:ph idx="2" type="pic"/>
          </p:nvPr>
        </p:nvSpPr>
        <p:spPr>
          <a:xfrm>
            <a:off x="5859475" y="465625"/>
            <a:ext cx="2917200" cy="4316700"/>
          </a:xfrm>
          <a:prstGeom prst="roundRect">
            <a:avLst>
              <a:gd fmla="val 3546" name="adj"/>
            </a:avLst>
          </a:prstGeom>
          <a:noFill/>
          <a:ln>
            <a:noFill/>
          </a:ln>
        </p:spPr>
      </p:sp>
      <p:sp>
        <p:nvSpPr>
          <p:cNvPr id="62" name="Google Shape;62;p15"/>
          <p:cNvSpPr txBox="1"/>
          <p:nvPr>
            <p:ph idx="1" type="body"/>
          </p:nvPr>
        </p:nvSpPr>
        <p:spPr>
          <a:xfrm>
            <a:off x="361975" y="2989125"/>
            <a:ext cx="5008500" cy="1763100"/>
          </a:xfrm>
          <a:prstGeom prst="rect">
            <a:avLst/>
          </a:prstGeom>
        </p:spPr>
        <p:txBody>
          <a:bodyPr anchorCtr="0" anchor="b" bIns="0" lIns="0" spcFirstLastPara="1" rIns="137150" wrap="square" tIns="137150">
            <a:noAutofit/>
          </a:bodyPr>
          <a:lstStyle>
            <a:lvl1pPr indent="-292100" lvl="0" marL="457200">
              <a:spcBef>
                <a:spcPts val="0"/>
              </a:spcBef>
              <a:spcAft>
                <a:spcPts val="0"/>
              </a:spcAft>
              <a:buClr>
                <a:schemeClr val="dk1"/>
              </a:buClr>
              <a:buSzPts val="1000"/>
              <a:buFont typeface="Archivo"/>
              <a:buChar char="●"/>
              <a:defRPr sz="1000">
                <a:latin typeface="Archivo"/>
                <a:ea typeface="Archivo"/>
                <a:cs typeface="Archivo"/>
                <a:sym typeface="Archivo"/>
              </a:defRPr>
            </a:lvl1pPr>
            <a:lvl2pPr indent="-292100" lvl="1" marL="914400">
              <a:spcBef>
                <a:spcPts val="800"/>
              </a:spcBef>
              <a:spcAft>
                <a:spcPts val="0"/>
              </a:spcAft>
              <a:buClr>
                <a:schemeClr val="dk1"/>
              </a:buClr>
              <a:buSzPts val="1000"/>
              <a:buFont typeface="Archivo"/>
              <a:buChar char="○"/>
              <a:defRPr sz="1000">
                <a:latin typeface="Archivo"/>
                <a:ea typeface="Archivo"/>
                <a:cs typeface="Archivo"/>
                <a:sym typeface="Archivo"/>
              </a:defRPr>
            </a:lvl2pPr>
            <a:lvl3pPr indent="-292100" lvl="2" marL="1371600">
              <a:spcBef>
                <a:spcPts val="800"/>
              </a:spcBef>
              <a:spcAft>
                <a:spcPts val="0"/>
              </a:spcAft>
              <a:buClr>
                <a:schemeClr val="dk1"/>
              </a:buClr>
              <a:buSzPts val="1000"/>
              <a:buFont typeface="Archivo"/>
              <a:buChar char="■"/>
              <a:defRPr sz="1000">
                <a:latin typeface="Archivo"/>
                <a:ea typeface="Archivo"/>
                <a:cs typeface="Archivo"/>
                <a:sym typeface="Archivo"/>
              </a:defRPr>
            </a:lvl3pPr>
            <a:lvl4pPr indent="-292100" lvl="3" marL="1828800">
              <a:spcBef>
                <a:spcPts val="800"/>
              </a:spcBef>
              <a:spcAft>
                <a:spcPts val="0"/>
              </a:spcAft>
              <a:buClr>
                <a:schemeClr val="dk1"/>
              </a:buClr>
              <a:buSzPts val="1000"/>
              <a:buFont typeface="Archivo"/>
              <a:buChar char="●"/>
              <a:defRPr sz="1000">
                <a:latin typeface="Archivo"/>
                <a:ea typeface="Archivo"/>
                <a:cs typeface="Archivo"/>
                <a:sym typeface="Archivo"/>
              </a:defRPr>
            </a:lvl4pPr>
            <a:lvl5pPr indent="-292100" lvl="4" marL="2286000">
              <a:spcBef>
                <a:spcPts val="800"/>
              </a:spcBef>
              <a:spcAft>
                <a:spcPts val="0"/>
              </a:spcAft>
              <a:buClr>
                <a:schemeClr val="dk1"/>
              </a:buClr>
              <a:buSzPts val="1000"/>
              <a:buFont typeface="Archivo"/>
              <a:buChar char="○"/>
              <a:defRPr sz="1000">
                <a:latin typeface="Archivo"/>
                <a:ea typeface="Archivo"/>
                <a:cs typeface="Archivo"/>
                <a:sym typeface="Archivo"/>
              </a:defRPr>
            </a:lvl5pPr>
            <a:lvl6pPr indent="-292100" lvl="5" marL="2743200">
              <a:spcBef>
                <a:spcPts val="800"/>
              </a:spcBef>
              <a:spcAft>
                <a:spcPts val="0"/>
              </a:spcAft>
              <a:buClr>
                <a:schemeClr val="dk1"/>
              </a:buClr>
              <a:buSzPts val="1000"/>
              <a:buFont typeface="Archivo"/>
              <a:buChar char="■"/>
              <a:defRPr sz="1000">
                <a:latin typeface="Archivo"/>
                <a:ea typeface="Archivo"/>
                <a:cs typeface="Archivo"/>
                <a:sym typeface="Archivo"/>
              </a:defRPr>
            </a:lvl6pPr>
            <a:lvl7pPr indent="-292100" lvl="6" marL="3200400">
              <a:spcBef>
                <a:spcPts val="800"/>
              </a:spcBef>
              <a:spcAft>
                <a:spcPts val="0"/>
              </a:spcAft>
              <a:buClr>
                <a:schemeClr val="dk1"/>
              </a:buClr>
              <a:buSzPts val="1000"/>
              <a:buFont typeface="Archivo"/>
              <a:buChar char="●"/>
              <a:defRPr sz="1000">
                <a:latin typeface="Archivo"/>
                <a:ea typeface="Archivo"/>
                <a:cs typeface="Archivo"/>
                <a:sym typeface="Archivo"/>
              </a:defRPr>
            </a:lvl7pPr>
            <a:lvl8pPr indent="-292100" lvl="7" marL="3657600">
              <a:spcBef>
                <a:spcPts val="800"/>
              </a:spcBef>
              <a:spcAft>
                <a:spcPts val="0"/>
              </a:spcAft>
              <a:buClr>
                <a:schemeClr val="dk1"/>
              </a:buClr>
              <a:buSzPts val="1000"/>
              <a:buFont typeface="Archivo"/>
              <a:buChar char="○"/>
              <a:defRPr sz="1000">
                <a:latin typeface="Archivo"/>
                <a:ea typeface="Archivo"/>
                <a:cs typeface="Archivo"/>
                <a:sym typeface="Archivo"/>
              </a:defRPr>
            </a:lvl8pPr>
            <a:lvl9pPr indent="-292100" lvl="8" marL="4114800">
              <a:spcBef>
                <a:spcPts val="800"/>
              </a:spcBef>
              <a:spcAft>
                <a:spcPts val="800"/>
              </a:spcAft>
              <a:buClr>
                <a:schemeClr val="dk1"/>
              </a:buClr>
              <a:buSzPts val="1000"/>
              <a:buFont typeface="Archivo"/>
              <a:buChar char="■"/>
              <a:defRPr sz="1000">
                <a:latin typeface="Archivo"/>
                <a:ea typeface="Archivo"/>
                <a:cs typeface="Archivo"/>
                <a:sym typeface="Archivo"/>
              </a:defRPr>
            </a:lvl9pPr>
          </a:lstStyle>
          <a:p/>
        </p:txBody>
      </p:sp>
      <p:sp>
        <p:nvSpPr>
          <p:cNvPr id="63" name="Google Shape;63;p15"/>
          <p:cNvSpPr txBox="1"/>
          <p:nvPr>
            <p:ph idx="3"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Archivo"/>
              <a:buNone/>
              <a:defRPr sz="7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
        <p:nvSpPr>
          <p:cNvPr id="64" name="Google Shape;64;p15"/>
          <p:cNvSpPr txBox="1"/>
          <p:nvPr>
            <p:ph idx="4" type="subTitle"/>
          </p:nvPr>
        </p:nvSpPr>
        <p:spPr>
          <a:xfrm>
            <a:off x="361975" y="552775"/>
            <a:ext cx="4063800" cy="513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2000"/>
              <a:buFont typeface="Archivo"/>
              <a:buNone/>
              <a:defRPr sz="20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 Alt 3">
  <p:cSld name="CUSTOM_24">
    <p:spTree>
      <p:nvGrpSpPr>
        <p:cNvPr id="65" name="Shape 65"/>
        <p:cNvGrpSpPr/>
        <p:nvPr/>
      </p:nvGrpSpPr>
      <p:grpSpPr>
        <a:xfrm>
          <a:off x="0" y="0"/>
          <a:ext cx="0" cy="0"/>
          <a:chOff x="0" y="0"/>
          <a:chExt cx="0" cy="0"/>
        </a:xfrm>
      </p:grpSpPr>
      <p:pic>
        <p:nvPicPr>
          <p:cNvPr id="66" name="Google Shape;66;p16"/>
          <p:cNvPicPr preferRelativeResize="0"/>
          <p:nvPr/>
        </p:nvPicPr>
        <p:blipFill>
          <a:blip r:embed="rId2">
            <a:alphaModFix/>
          </a:blip>
          <a:stretch>
            <a:fillRect/>
          </a:stretch>
        </p:blipFill>
        <p:spPr>
          <a:xfrm>
            <a:off x="0" y="0"/>
            <a:ext cx="9144000" cy="5143500"/>
          </a:xfrm>
          <a:prstGeom prst="rect">
            <a:avLst/>
          </a:prstGeom>
          <a:noFill/>
          <a:ln>
            <a:noFill/>
          </a:ln>
        </p:spPr>
      </p:pic>
      <p:sp>
        <p:nvSpPr>
          <p:cNvPr id="67" name="Google Shape;67;p16"/>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Archivo"/>
                <a:ea typeface="Archivo"/>
                <a:cs typeface="Archivo"/>
                <a:sym typeface="Archivo"/>
              </a:defRPr>
            </a:lvl1pPr>
            <a:lvl2pPr lvl="1" algn="r">
              <a:buNone/>
              <a:defRPr sz="700">
                <a:solidFill>
                  <a:schemeClr val="dk1"/>
                </a:solidFill>
                <a:latin typeface="Archivo"/>
                <a:ea typeface="Archivo"/>
                <a:cs typeface="Archivo"/>
                <a:sym typeface="Archivo"/>
              </a:defRPr>
            </a:lvl2pPr>
            <a:lvl3pPr lvl="2" algn="r">
              <a:buNone/>
              <a:defRPr sz="700">
                <a:solidFill>
                  <a:schemeClr val="dk1"/>
                </a:solidFill>
                <a:latin typeface="Archivo"/>
                <a:ea typeface="Archivo"/>
                <a:cs typeface="Archivo"/>
                <a:sym typeface="Archivo"/>
              </a:defRPr>
            </a:lvl3pPr>
            <a:lvl4pPr lvl="3" algn="r">
              <a:buNone/>
              <a:defRPr sz="700">
                <a:solidFill>
                  <a:schemeClr val="dk1"/>
                </a:solidFill>
                <a:latin typeface="Archivo"/>
                <a:ea typeface="Archivo"/>
                <a:cs typeface="Archivo"/>
                <a:sym typeface="Archivo"/>
              </a:defRPr>
            </a:lvl4pPr>
            <a:lvl5pPr lvl="4" algn="r">
              <a:buNone/>
              <a:defRPr sz="700">
                <a:solidFill>
                  <a:schemeClr val="dk1"/>
                </a:solidFill>
                <a:latin typeface="Archivo"/>
                <a:ea typeface="Archivo"/>
                <a:cs typeface="Archivo"/>
                <a:sym typeface="Archivo"/>
              </a:defRPr>
            </a:lvl5pPr>
            <a:lvl6pPr lvl="5" algn="r">
              <a:buNone/>
              <a:defRPr sz="700">
                <a:solidFill>
                  <a:schemeClr val="dk1"/>
                </a:solidFill>
                <a:latin typeface="Archivo"/>
                <a:ea typeface="Archivo"/>
                <a:cs typeface="Archivo"/>
                <a:sym typeface="Archivo"/>
              </a:defRPr>
            </a:lvl6pPr>
            <a:lvl7pPr lvl="6" algn="r">
              <a:buNone/>
              <a:defRPr sz="700">
                <a:solidFill>
                  <a:schemeClr val="dk1"/>
                </a:solidFill>
                <a:latin typeface="Archivo"/>
                <a:ea typeface="Archivo"/>
                <a:cs typeface="Archivo"/>
                <a:sym typeface="Archivo"/>
              </a:defRPr>
            </a:lvl7pPr>
            <a:lvl8pPr lvl="7" algn="r">
              <a:buNone/>
              <a:defRPr sz="700">
                <a:solidFill>
                  <a:schemeClr val="dk1"/>
                </a:solidFill>
                <a:latin typeface="Archivo"/>
                <a:ea typeface="Archivo"/>
                <a:cs typeface="Archivo"/>
                <a:sym typeface="Archivo"/>
              </a:defRPr>
            </a:lvl8pPr>
            <a:lvl9pPr lvl="8" algn="r">
              <a:buNone/>
              <a:defRPr sz="700">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
        <p:nvSpPr>
          <p:cNvPr id="68" name="Google Shape;68;p16"/>
          <p:cNvSpPr txBox="1"/>
          <p:nvPr>
            <p:ph idx="1" type="subTitle"/>
          </p:nvPr>
        </p:nvSpPr>
        <p:spPr>
          <a:xfrm>
            <a:off x="4918050" y="3138700"/>
            <a:ext cx="3675900" cy="271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400"/>
              <a:buFont typeface="Archivo SemiBold"/>
              <a:buNone/>
              <a:defRPr>
                <a:latin typeface="Archivo SemiBold"/>
                <a:ea typeface="Archivo SemiBold"/>
                <a:cs typeface="Archivo SemiBold"/>
                <a:sym typeface="Archivo SemiBold"/>
              </a:defRPr>
            </a:lvl1pPr>
            <a:lvl2pPr lvl="1">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9pPr>
          </a:lstStyle>
          <a:p/>
        </p:txBody>
      </p:sp>
      <p:sp>
        <p:nvSpPr>
          <p:cNvPr id="69" name="Google Shape;69;p16"/>
          <p:cNvSpPr txBox="1"/>
          <p:nvPr>
            <p:ph idx="2" type="body"/>
          </p:nvPr>
        </p:nvSpPr>
        <p:spPr>
          <a:xfrm>
            <a:off x="4918050" y="3409900"/>
            <a:ext cx="3675900" cy="1233000"/>
          </a:xfrm>
          <a:prstGeom prst="rect">
            <a:avLst/>
          </a:prstGeom>
        </p:spPr>
        <p:txBody>
          <a:bodyPr anchorCtr="0" anchor="t" bIns="0" lIns="0" spcFirstLastPara="1" rIns="0" wrap="square" tIns="137150">
            <a:noAutofit/>
          </a:bodyPr>
          <a:lstStyle>
            <a:lvl1pPr indent="-304800" lvl="0" marL="457200">
              <a:spcBef>
                <a:spcPts val="0"/>
              </a:spcBef>
              <a:spcAft>
                <a:spcPts val="0"/>
              </a:spcAft>
              <a:buClr>
                <a:schemeClr val="dk1"/>
              </a:buClr>
              <a:buSzPts val="1200"/>
              <a:buFont typeface="Archivo Light"/>
              <a:buChar char="●"/>
              <a:defRPr>
                <a:latin typeface="Archivo Light"/>
                <a:ea typeface="Archivo Light"/>
                <a:cs typeface="Archivo Light"/>
                <a:sym typeface="Archivo Light"/>
              </a:defRPr>
            </a:lvl1pPr>
            <a:lvl2pPr indent="-304800" lvl="1" marL="914400">
              <a:spcBef>
                <a:spcPts val="800"/>
              </a:spcBef>
              <a:spcAft>
                <a:spcPts val="0"/>
              </a:spcAft>
              <a:buClr>
                <a:schemeClr val="dk1"/>
              </a:buClr>
              <a:buSzPts val="1200"/>
              <a:buFont typeface="Archivo Light"/>
              <a:buChar char="○"/>
              <a:defRPr>
                <a:latin typeface="Archivo Light"/>
                <a:ea typeface="Archivo Light"/>
                <a:cs typeface="Archivo Light"/>
                <a:sym typeface="Archivo Light"/>
              </a:defRPr>
            </a:lvl2pPr>
            <a:lvl3pPr indent="-304800" lvl="2" marL="1371600">
              <a:spcBef>
                <a:spcPts val="800"/>
              </a:spcBef>
              <a:spcAft>
                <a:spcPts val="0"/>
              </a:spcAft>
              <a:buClr>
                <a:schemeClr val="dk1"/>
              </a:buClr>
              <a:buSzPts val="1200"/>
              <a:buFont typeface="Archivo Light"/>
              <a:buChar char="■"/>
              <a:defRPr>
                <a:latin typeface="Archivo Light"/>
                <a:ea typeface="Archivo Light"/>
                <a:cs typeface="Archivo Light"/>
                <a:sym typeface="Archivo Light"/>
              </a:defRPr>
            </a:lvl3pPr>
            <a:lvl4pPr indent="-304800" lvl="3" marL="1828800">
              <a:spcBef>
                <a:spcPts val="800"/>
              </a:spcBef>
              <a:spcAft>
                <a:spcPts val="0"/>
              </a:spcAft>
              <a:buClr>
                <a:schemeClr val="dk1"/>
              </a:buClr>
              <a:buSzPts val="1200"/>
              <a:buFont typeface="Archivo Light"/>
              <a:buChar char="●"/>
              <a:defRPr>
                <a:latin typeface="Archivo Light"/>
                <a:ea typeface="Archivo Light"/>
                <a:cs typeface="Archivo Light"/>
                <a:sym typeface="Archivo Light"/>
              </a:defRPr>
            </a:lvl4pPr>
            <a:lvl5pPr indent="-304800" lvl="4" marL="2286000">
              <a:spcBef>
                <a:spcPts val="800"/>
              </a:spcBef>
              <a:spcAft>
                <a:spcPts val="0"/>
              </a:spcAft>
              <a:buClr>
                <a:schemeClr val="dk1"/>
              </a:buClr>
              <a:buSzPts val="1200"/>
              <a:buFont typeface="Archivo Light"/>
              <a:buChar char="○"/>
              <a:defRPr>
                <a:latin typeface="Archivo Light"/>
                <a:ea typeface="Archivo Light"/>
                <a:cs typeface="Archivo Light"/>
                <a:sym typeface="Archivo Light"/>
              </a:defRPr>
            </a:lvl5pPr>
            <a:lvl6pPr indent="-304800" lvl="5" marL="2743200">
              <a:spcBef>
                <a:spcPts val="800"/>
              </a:spcBef>
              <a:spcAft>
                <a:spcPts val="0"/>
              </a:spcAft>
              <a:buClr>
                <a:schemeClr val="dk1"/>
              </a:buClr>
              <a:buSzPts val="1200"/>
              <a:buFont typeface="Archivo Light"/>
              <a:buChar char="■"/>
              <a:defRPr>
                <a:latin typeface="Archivo Light"/>
                <a:ea typeface="Archivo Light"/>
                <a:cs typeface="Archivo Light"/>
                <a:sym typeface="Archivo Light"/>
              </a:defRPr>
            </a:lvl6pPr>
            <a:lvl7pPr indent="-304800" lvl="6" marL="3200400">
              <a:spcBef>
                <a:spcPts val="800"/>
              </a:spcBef>
              <a:spcAft>
                <a:spcPts val="0"/>
              </a:spcAft>
              <a:buClr>
                <a:schemeClr val="dk1"/>
              </a:buClr>
              <a:buSzPts val="1200"/>
              <a:buFont typeface="Archivo Light"/>
              <a:buChar char="●"/>
              <a:defRPr>
                <a:latin typeface="Archivo Light"/>
                <a:ea typeface="Archivo Light"/>
                <a:cs typeface="Archivo Light"/>
                <a:sym typeface="Archivo Light"/>
              </a:defRPr>
            </a:lvl7pPr>
            <a:lvl8pPr indent="-304800" lvl="7" marL="3657600">
              <a:spcBef>
                <a:spcPts val="800"/>
              </a:spcBef>
              <a:spcAft>
                <a:spcPts val="0"/>
              </a:spcAft>
              <a:buClr>
                <a:schemeClr val="dk1"/>
              </a:buClr>
              <a:buSzPts val="1200"/>
              <a:buFont typeface="Archivo Light"/>
              <a:buChar char="○"/>
              <a:defRPr>
                <a:latin typeface="Archivo Light"/>
                <a:ea typeface="Archivo Light"/>
                <a:cs typeface="Archivo Light"/>
                <a:sym typeface="Archivo Light"/>
              </a:defRPr>
            </a:lvl8pPr>
            <a:lvl9pPr indent="-304800" lvl="8" marL="4114800">
              <a:spcBef>
                <a:spcPts val="800"/>
              </a:spcBef>
              <a:spcAft>
                <a:spcPts val="800"/>
              </a:spcAft>
              <a:buClr>
                <a:schemeClr val="dk1"/>
              </a:buClr>
              <a:buSzPts val="1200"/>
              <a:buFont typeface="Archivo Light"/>
              <a:buChar char="■"/>
              <a:defRPr>
                <a:latin typeface="Archivo Light"/>
                <a:ea typeface="Archivo Light"/>
                <a:cs typeface="Archivo Light"/>
                <a:sym typeface="Archivo Light"/>
              </a:defRPr>
            </a:lvl9pPr>
          </a:lstStyle>
          <a:p/>
        </p:txBody>
      </p:sp>
      <p:sp>
        <p:nvSpPr>
          <p:cNvPr id="70" name="Google Shape;70;p16"/>
          <p:cNvSpPr/>
          <p:nvPr>
            <p:ph idx="3" type="pic"/>
          </p:nvPr>
        </p:nvSpPr>
        <p:spPr>
          <a:xfrm>
            <a:off x="4637425" y="1066100"/>
            <a:ext cx="4140600" cy="1806600"/>
          </a:xfrm>
          <a:prstGeom prst="roundRect">
            <a:avLst>
              <a:gd fmla="val 14555" name="adj"/>
            </a:avLst>
          </a:prstGeom>
          <a:noFill/>
          <a:ln>
            <a:noFill/>
          </a:ln>
        </p:spPr>
      </p:sp>
      <p:sp>
        <p:nvSpPr>
          <p:cNvPr id="71" name="Google Shape;71;p16"/>
          <p:cNvSpPr txBox="1"/>
          <p:nvPr>
            <p:ph idx="4"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Archivo"/>
              <a:buNone/>
              <a:defRPr sz="7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
        <p:nvSpPr>
          <p:cNvPr id="72" name="Google Shape;72;p16"/>
          <p:cNvSpPr txBox="1"/>
          <p:nvPr>
            <p:ph type="title"/>
          </p:nvPr>
        </p:nvSpPr>
        <p:spPr>
          <a:xfrm>
            <a:off x="361975" y="1066100"/>
            <a:ext cx="4136400" cy="455100"/>
          </a:xfrm>
          <a:prstGeom prst="rect">
            <a:avLst/>
          </a:prstGeom>
        </p:spPr>
        <p:txBody>
          <a:bodyPr anchorCtr="0" anchor="t" bIns="137150" lIns="0" spcFirstLastPara="1" rIns="0" wrap="square" tIns="137150">
            <a:norm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9pPr>
          </a:lstStyle>
          <a:p/>
        </p:txBody>
      </p:sp>
      <p:sp>
        <p:nvSpPr>
          <p:cNvPr id="73" name="Google Shape;73;p16"/>
          <p:cNvSpPr txBox="1"/>
          <p:nvPr>
            <p:ph idx="5" type="subTitle"/>
          </p:nvPr>
        </p:nvSpPr>
        <p:spPr>
          <a:xfrm>
            <a:off x="361975" y="552775"/>
            <a:ext cx="4063800" cy="513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2000"/>
              <a:buFont typeface="Archivo"/>
              <a:buNone/>
              <a:defRPr sz="20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subtitles">
  <p:cSld name="CUSTOM_21">
    <p:spTree>
      <p:nvGrpSpPr>
        <p:cNvPr id="74" name="Shape 74"/>
        <p:cNvGrpSpPr/>
        <p:nvPr/>
      </p:nvGrpSpPr>
      <p:grpSpPr>
        <a:xfrm>
          <a:off x="0" y="0"/>
          <a:ext cx="0" cy="0"/>
          <a:chOff x="0" y="0"/>
          <a:chExt cx="0" cy="0"/>
        </a:xfrm>
      </p:grpSpPr>
      <p:pic>
        <p:nvPicPr>
          <p:cNvPr id="75" name="Google Shape;75;p17"/>
          <p:cNvPicPr preferRelativeResize="0"/>
          <p:nvPr/>
        </p:nvPicPr>
        <p:blipFill>
          <a:blip r:embed="rId2">
            <a:alphaModFix/>
          </a:blip>
          <a:stretch>
            <a:fillRect/>
          </a:stretch>
        </p:blipFill>
        <p:spPr>
          <a:xfrm>
            <a:off x="0" y="0"/>
            <a:ext cx="9144000" cy="5143500"/>
          </a:xfrm>
          <a:prstGeom prst="rect">
            <a:avLst/>
          </a:prstGeom>
          <a:noFill/>
          <a:ln>
            <a:noFill/>
          </a:ln>
        </p:spPr>
      </p:pic>
      <p:sp>
        <p:nvSpPr>
          <p:cNvPr id="76" name="Google Shape;76;p17"/>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Archivo"/>
                <a:ea typeface="Archivo"/>
                <a:cs typeface="Archivo"/>
                <a:sym typeface="Archivo"/>
              </a:defRPr>
            </a:lvl1pPr>
            <a:lvl2pPr lvl="1" algn="r">
              <a:buNone/>
              <a:defRPr sz="700">
                <a:solidFill>
                  <a:schemeClr val="dk1"/>
                </a:solidFill>
                <a:latin typeface="Archivo"/>
                <a:ea typeface="Archivo"/>
                <a:cs typeface="Archivo"/>
                <a:sym typeface="Archivo"/>
              </a:defRPr>
            </a:lvl2pPr>
            <a:lvl3pPr lvl="2" algn="r">
              <a:buNone/>
              <a:defRPr sz="700">
                <a:solidFill>
                  <a:schemeClr val="dk1"/>
                </a:solidFill>
                <a:latin typeface="Archivo"/>
                <a:ea typeface="Archivo"/>
                <a:cs typeface="Archivo"/>
                <a:sym typeface="Archivo"/>
              </a:defRPr>
            </a:lvl3pPr>
            <a:lvl4pPr lvl="3" algn="r">
              <a:buNone/>
              <a:defRPr sz="700">
                <a:solidFill>
                  <a:schemeClr val="dk1"/>
                </a:solidFill>
                <a:latin typeface="Archivo"/>
                <a:ea typeface="Archivo"/>
                <a:cs typeface="Archivo"/>
                <a:sym typeface="Archivo"/>
              </a:defRPr>
            </a:lvl4pPr>
            <a:lvl5pPr lvl="4" algn="r">
              <a:buNone/>
              <a:defRPr sz="700">
                <a:solidFill>
                  <a:schemeClr val="dk1"/>
                </a:solidFill>
                <a:latin typeface="Archivo"/>
                <a:ea typeface="Archivo"/>
                <a:cs typeface="Archivo"/>
                <a:sym typeface="Archivo"/>
              </a:defRPr>
            </a:lvl5pPr>
            <a:lvl6pPr lvl="5" algn="r">
              <a:buNone/>
              <a:defRPr sz="700">
                <a:solidFill>
                  <a:schemeClr val="dk1"/>
                </a:solidFill>
                <a:latin typeface="Archivo"/>
                <a:ea typeface="Archivo"/>
                <a:cs typeface="Archivo"/>
                <a:sym typeface="Archivo"/>
              </a:defRPr>
            </a:lvl6pPr>
            <a:lvl7pPr lvl="6" algn="r">
              <a:buNone/>
              <a:defRPr sz="700">
                <a:solidFill>
                  <a:schemeClr val="dk1"/>
                </a:solidFill>
                <a:latin typeface="Archivo"/>
                <a:ea typeface="Archivo"/>
                <a:cs typeface="Archivo"/>
                <a:sym typeface="Archivo"/>
              </a:defRPr>
            </a:lvl7pPr>
            <a:lvl8pPr lvl="7" algn="r">
              <a:buNone/>
              <a:defRPr sz="700">
                <a:solidFill>
                  <a:schemeClr val="dk1"/>
                </a:solidFill>
                <a:latin typeface="Archivo"/>
                <a:ea typeface="Archivo"/>
                <a:cs typeface="Archivo"/>
                <a:sym typeface="Archivo"/>
              </a:defRPr>
            </a:lvl8pPr>
            <a:lvl9pPr lvl="8" algn="r">
              <a:buNone/>
              <a:defRPr sz="700">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
        <p:nvSpPr>
          <p:cNvPr id="77" name="Google Shape;77;p17"/>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Archivo"/>
              <a:buNone/>
              <a:defRPr sz="700"/>
            </a:lvl1pPr>
            <a:lvl2pPr lvl="1">
              <a:spcBef>
                <a:spcPts val="0"/>
              </a:spcBef>
              <a:spcAft>
                <a:spcPts val="0"/>
              </a:spcAft>
              <a:buClr>
                <a:schemeClr val="dk1"/>
              </a:buClr>
              <a:buSzPts val="700"/>
              <a:buFont typeface="Archivo"/>
              <a:buNone/>
              <a:defRPr sz="700">
                <a:solidFill>
                  <a:schemeClr val="dk1"/>
                </a:solidFill>
              </a:defRPr>
            </a:lvl2pPr>
            <a:lvl3pPr lvl="2">
              <a:spcBef>
                <a:spcPts val="0"/>
              </a:spcBef>
              <a:spcAft>
                <a:spcPts val="0"/>
              </a:spcAft>
              <a:buClr>
                <a:schemeClr val="dk1"/>
              </a:buClr>
              <a:buSzPts val="700"/>
              <a:buFont typeface="Archivo"/>
              <a:buNone/>
              <a:defRPr sz="700">
                <a:solidFill>
                  <a:schemeClr val="dk1"/>
                </a:solidFill>
              </a:defRPr>
            </a:lvl3pPr>
            <a:lvl4pPr lvl="3">
              <a:spcBef>
                <a:spcPts val="0"/>
              </a:spcBef>
              <a:spcAft>
                <a:spcPts val="0"/>
              </a:spcAft>
              <a:buClr>
                <a:schemeClr val="dk1"/>
              </a:buClr>
              <a:buSzPts val="700"/>
              <a:buFont typeface="Archivo"/>
              <a:buNone/>
              <a:defRPr sz="700">
                <a:solidFill>
                  <a:schemeClr val="dk1"/>
                </a:solidFill>
              </a:defRPr>
            </a:lvl4pPr>
            <a:lvl5pPr lvl="4">
              <a:spcBef>
                <a:spcPts val="0"/>
              </a:spcBef>
              <a:spcAft>
                <a:spcPts val="0"/>
              </a:spcAft>
              <a:buClr>
                <a:schemeClr val="dk1"/>
              </a:buClr>
              <a:buSzPts val="700"/>
              <a:buFont typeface="Archivo"/>
              <a:buNone/>
              <a:defRPr sz="700">
                <a:solidFill>
                  <a:schemeClr val="dk1"/>
                </a:solidFill>
              </a:defRPr>
            </a:lvl5pPr>
            <a:lvl6pPr lvl="5">
              <a:spcBef>
                <a:spcPts val="0"/>
              </a:spcBef>
              <a:spcAft>
                <a:spcPts val="0"/>
              </a:spcAft>
              <a:buClr>
                <a:schemeClr val="dk1"/>
              </a:buClr>
              <a:buSzPts val="700"/>
              <a:buFont typeface="Archivo"/>
              <a:buNone/>
              <a:defRPr sz="700">
                <a:solidFill>
                  <a:schemeClr val="dk1"/>
                </a:solidFill>
              </a:defRPr>
            </a:lvl6pPr>
            <a:lvl7pPr lvl="6">
              <a:spcBef>
                <a:spcPts val="0"/>
              </a:spcBef>
              <a:spcAft>
                <a:spcPts val="0"/>
              </a:spcAft>
              <a:buClr>
                <a:schemeClr val="dk1"/>
              </a:buClr>
              <a:buSzPts val="700"/>
              <a:buFont typeface="Archivo"/>
              <a:buNone/>
              <a:defRPr sz="700">
                <a:solidFill>
                  <a:schemeClr val="dk1"/>
                </a:solidFill>
              </a:defRPr>
            </a:lvl7pPr>
            <a:lvl8pPr lvl="7">
              <a:spcBef>
                <a:spcPts val="0"/>
              </a:spcBef>
              <a:spcAft>
                <a:spcPts val="0"/>
              </a:spcAft>
              <a:buClr>
                <a:schemeClr val="dk1"/>
              </a:buClr>
              <a:buSzPts val="700"/>
              <a:buFont typeface="Archivo"/>
              <a:buNone/>
              <a:defRPr sz="700">
                <a:solidFill>
                  <a:schemeClr val="dk1"/>
                </a:solidFill>
              </a:defRPr>
            </a:lvl8pPr>
            <a:lvl9pPr lvl="8">
              <a:spcBef>
                <a:spcPts val="0"/>
              </a:spcBef>
              <a:spcAft>
                <a:spcPts val="0"/>
              </a:spcAft>
              <a:buClr>
                <a:schemeClr val="dk1"/>
              </a:buClr>
              <a:buSzPts val="700"/>
              <a:buFont typeface="Archivo"/>
              <a:buNone/>
              <a:defRPr sz="700">
                <a:solidFill>
                  <a:schemeClr val="dk1"/>
                </a:solidFill>
              </a:defRPr>
            </a:lvl9pPr>
          </a:lstStyle>
          <a:p/>
        </p:txBody>
      </p:sp>
      <p:sp>
        <p:nvSpPr>
          <p:cNvPr id="78" name="Google Shape;78;p17"/>
          <p:cNvSpPr txBox="1"/>
          <p:nvPr>
            <p:ph idx="2" type="subTitle"/>
          </p:nvPr>
        </p:nvSpPr>
        <p:spPr>
          <a:xfrm>
            <a:off x="361975" y="539900"/>
            <a:ext cx="8367600" cy="31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2000"/>
              <a:buFont typeface="Archivo"/>
              <a:buNone/>
              <a:defRPr sz="20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
        <p:nvSpPr>
          <p:cNvPr id="79" name="Google Shape;79;p17"/>
          <p:cNvSpPr txBox="1"/>
          <p:nvPr>
            <p:ph type="title"/>
          </p:nvPr>
        </p:nvSpPr>
        <p:spPr>
          <a:xfrm>
            <a:off x="361975" y="1066100"/>
            <a:ext cx="6239100" cy="455100"/>
          </a:xfrm>
          <a:prstGeom prst="rect">
            <a:avLst/>
          </a:prstGeom>
        </p:spPr>
        <p:txBody>
          <a:bodyPr anchorCtr="0" anchor="t" bIns="137150" lIns="0" spcFirstLastPara="1" rIns="0" wrap="square" tIns="0">
            <a:norm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CUSTOM_19">
    <p:spTree>
      <p:nvGrpSpPr>
        <p:cNvPr id="80" name="Shape 80"/>
        <p:cNvGrpSpPr/>
        <p:nvPr/>
      </p:nvGrpSpPr>
      <p:grpSpPr>
        <a:xfrm>
          <a:off x="0" y="0"/>
          <a:ext cx="0" cy="0"/>
          <a:chOff x="0" y="0"/>
          <a:chExt cx="0" cy="0"/>
        </a:xfrm>
      </p:grpSpPr>
      <p:pic>
        <p:nvPicPr>
          <p:cNvPr id="81" name="Google Shape;81;p18"/>
          <p:cNvPicPr preferRelativeResize="0"/>
          <p:nvPr/>
        </p:nvPicPr>
        <p:blipFill>
          <a:blip r:embed="rId2">
            <a:alphaModFix/>
          </a:blip>
          <a:stretch>
            <a:fillRect/>
          </a:stretch>
        </p:blipFill>
        <p:spPr>
          <a:xfrm>
            <a:off x="0" y="0"/>
            <a:ext cx="9144000" cy="5143500"/>
          </a:xfrm>
          <a:prstGeom prst="rect">
            <a:avLst/>
          </a:prstGeom>
          <a:noFill/>
          <a:ln>
            <a:noFill/>
          </a:ln>
        </p:spPr>
      </p:pic>
      <p:sp>
        <p:nvSpPr>
          <p:cNvPr id="82" name="Google Shape;82;p18"/>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Archivo"/>
                <a:ea typeface="Archivo"/>
                <a:cs typeface="Archivo"/>
                <a:sym typeface="Archivo"/>
              </a:defRPr>
            </a:lvl1pPr>
            <a:lvl2pPr lvl="1" algn="r">
              <a:buNone/>
              <a:defRPr sz="700">
                <a:solidFill>
                  <a:schemeClr val="dk1"/>
                </a:solidFill>
                <a:latin typeface="Archivo"/>
                <a:ea typeface="Archivo"/>
                <a:cs typeface="Archivo"/>
                <a:sym typeface="Archivo"/>
              </a:defRPr>
            </a:lvl2pPr>
            <a:lvl3pPr lvl="2" algn="r">
              <a:buNone/>
              <a:defRPr sz="700">
                <a:solidFill>
                  <a:schemeClr val="dk1"/>
                </a:solidFill>
                <a:latin typeface="Archivo"/>
                <a:ea typeface="Archivo"/>
                <a:cs typeface="Archivo"/>
                <a:sym typeface="Archivo"/>
              </a:defRPr>
            </a:lvl3pPr>
            <a:lvl4pPr lvl="3" algn="r">
              <a:buNone/>
              <a:defRPr sz="700">
                <a:solidFill>
                  <a:schemeClr val="dk1"/>
                </a:solidFill>
                <a:latin typeface="Archivo"/>
                <a:ea typeface="Archivo"/>
                <a:cs typeface="Archivo"/>
                <a:sym typeface="Archivo"/>
              </a:defRPr>
            </a:lvl4pPr>
            <a:lvl5pPr lvl="4" algn="r">
              <a:buNone/>
              <a:defRPr sz="700">
                <a:solidFill>
                  <a:schemeClr val="dk1"/>
                </a:solidFill>
                <a:latin typeface="Archivo"/>
                <a:ea typeface="Archivo"/>
                <a:cs typeface="Archivo"/>
                <a:sym typeface="Archivo"/>
              </a:defRPr>
            </a:lvl5pPr>
            <a:lvl6pPr lvl="5" algn="r">
              <a:buNone/>
              <a:defRPr sz="700">
                <a:solidFill>
                  <a:schemeClr val="dk1"/>
                </a:solidFill>
                <a:latin typeface="Archivo"/>
                <a:ea typeface="Archivo"/>
                <a:cs typeface="Archivo"/>
                <a:sym typeface="Archivo"/>
              </a:defRPr>
            </a:lvl6pPr>
            <a:lvl7pPr lvl="6" algn="r">
              <a:buNone/>
              <a:defRPr sz="700">
                <a:solidFill>
                  <a:schemeClr val="dk1"/>
                </a:solidFill>
                <a:latin typeface="Archivo"/>
                <a:ea typeface="Archivo"/>
                <a:cs typeface="Archivo"/>
                <a:sym typeface="Archivo"/>
              </a:defRPr>
            </a:lvl7pPr>
            <a:lvl8pPr lvl="7" algn="r">
              <a:buNone/>
              <a:defRPr sz="700">
                <a:solidFill>
                  <a:schemeClr val="dk1"/>
                </a:solidFill>
                <a:latin typeface="Archivo"/>
                <a:ea typeface="Archivo"/>
                <a:cs typeface="Archivo"/>
                <a:sym typeface="Archivo"/>
              </a:defRPr>
            </a:lvl8pPr>
            <a:lvl9pPr lvl="8" algn="r">
              <a:buNone/>
              <a:defRPr sz="700">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
        <p:nvSpPr>
          <p:cNvPr id="83" name="Google Shape;83;p18"/>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None/>
              <a:defRPr sz="700"/>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84" name="Google Shape;84;p18"/>
          <p:cNvSpPr txBox="1"/>
          <p:nvPr>
            <p:ph type="title"/>
          </p:nvPr>
        </p:nvSpPr>
        <p:spPr>
          <a:xfrm>
            <a:off x="361975" y="552775"/>
            <a:ext cx="8343600" cy="2122800"/>
          </a:xfrm>
          <a:prstGeom prst="rect">
            <a:avLst/>
          </a:prstGeom>
        </p:spPr>
        <p:txBody>
          <a:bodyPr anchorCtr="0" anchor="t" bIns="137150" lIns="0" spcFirstLastPara="1" rIns="137150" wrap="square" tIns="137150">
            <a:noAutofit/>
          </a:bodyPr>
          <a:lstStyle>
            <a:lvl1pPr lvl="0">
              <a:spcBef>
                <a:spcPts val="0"/>
              </a:spcBef>
              <a:spcAft>
                <a:spcPts val="0"/>
              </a:spcAft>
              <a:buClr>
                <a:schemeClr val="dk1"/>
              </a:buClr>
              <a:buSzPts val="5000"/>
              <a:buFont typeface="Archivo SemiBold"/>
              <a:buNone/>
              <a:defRPr sz="5000">
                <a:latin typeface="Archivo SemiBold"/>
                <a:ea typeface="Archivo SemiBold"/>
                <a:cs typeface="Archivo SemiBold"/>
                <a:sym typeface="Archivo SemiBold"/>
              </a:defRPr>
            </a:lvl1pPr>
            <a:lvl2pPr lvl="1">
              <a:spcBef>
                <a:spcPts val="0"/>
              </a:spcBef>
              <a:spcAft>
                <a:spcPts val="0"/>
              </a:spcAft>
              <a:buClr>
                <a:schemeClr val="dk1"/>
              </a:buClr>
              <a:buSzPts val="5000"/>
              <a:buFont typeface="Archivo SemiBold"/>
              <a:buNone/>
              <a:defRPr sz="5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5000"/>
              <a:buFont typeface="Archivo SemiBold"/>
              <a:buNone/>
              <a:defRPr sz="5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5000"/>
              <a:buFont typeface="Archivo SemiBold"/>
              <a:buNone/>
              <a:defRPr sz="5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5000"/>
              <a:buFont typeface="Archivo SemiBold"/>
              <a:buNone/>
              <a:defRPr sz="5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5000"/>
              <a:buFont typeface="Archivo SemiBold"/>
              <a:buNone/>
              <a:defRPr sz="5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5000"/>
              <a:buFont typeface="Archivo SemiBold"/>
              <a:buNone/>
              <a:defRPr sz="5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5000"/>
              <a:buFont typeface="Archivo SemiBold"/>
              <a:buNone/>
              <a:defRPr sz="5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5000"/>
              <a:buFont typeface="Archivo SemiBold"/>
              <a:buNone/>
              <a:defRPr sz="5000">
                <a:solidFill>
                  <a:schemeClr val="dk1"/>
                </a:solidFill>
                <a:latin typeface="Archivo SemiBold"/>
                <a:ea typeface="Archivo SemiBold"/>
                <a:cs typeface="Archivo SemiBold"/>
                <a:sym typeface="Archivo SemiBold"/>
              </a:defRPr>
            </a:lvl9pPr>
          </a:lstStyle>
          <a:p/>
        </p:txBody>
      </p:sp>
      <p:sp>
        <p:nvSpPr>
          <p:cNvPr id="85" name="Google Shape;85;p18"/>
          <p:cNvSpPr txBox="1"/>
          <p:nvPr>
            <p:ph idx="2" type="body"/>
          </p:nvPr>
        </p:nvSpPr>
        <p:spPr>
          <a:xfrm>
            <a:off x="361975" y="3014385"/>
            <a:ext cx="5008500" cy="1763100"/>
          </a:xfrm>
          <a:prstGeom prst="rect">
            <a:avLst/>
          </a:prstGeom>
        </p:spPr>
        <p:txBody>
          <a:bodyPr anchorCtr="0" anchor="b" bIns="0" lIns="0" spcFirstLastPara="1" rIns="137150" wrap="square" tIns="137150">
            <a:noAutofit/>
          </a:bodyPr>
          <a:lstStyle>
            <a:lvl1pPr indent="-292100" lvl="0" marL="457200">
              <a:spcBef>
                <a:spcPts val="0"/>
              </a:spcBef>
              <a:spcAft>
                <a:spcPts val="0"/>
              </a:spcAft>
              <a:buClr>
                <a:schemeClr val="dk1"/>
              </a:buClr>
              <a:buSzPts val="1000"/>
              <a:buFont typeface="Archivo"/>
              <a:buChar char="●"/>
              <a:defRPr sz="1000"/>
            </a:lvl1pPr>
            <a:lvl2pPr indent="-292100" lvl="1" marL="914400">
              <a:spcBef>
                <a:spcPts val="0"/>
              </a:spcBef>
              <a:spcAft>
                <a:spcPts val="0"/>
              </a:spcAft>
              <a:buClr>
                <a:schemeClr val="dk1"/>
              </a:buClr>
              <a:buSzPts val="1000"/>
              <a:buFont typeface="Archivo"/>
              <a:buChar char="○"/>
              <a:defRPr sz="1000"/>
            </a:lvl2pPr>
            <a:lvl3pPr indent="-292100" lvl="2" marL="1371600">
              <a:spcBef>
                <a:spcPts val="0"/>
              </a:spcBef>
              <a:spcAft>
                <a:spcPts val="0"/>
              </a:spcAft>
              <a:buClr>
                <a:schemeClr val="dk1"/>
              </a:buClr>
              <a:buSzPts val="1000"/>
              <a:buFont typeface="Archivo"/>
              <a:buChar char="■"/>
              <a:defRPr sz="1000"/>
            </a:lvl3pPr>
            <a:lvl4pPr indent="-292100" lvl="3" marL="1828800">
              <a:spcBef>
                <a:spcPts val="0"/>
              </a:spcBef>
              <a:spcAft>
                <a:spcPts val="0"/>
              </a:spcAft>
              <a:buClr>
                <a:schemeClr val="dk1"/>
              </a:buClr>
              <a:buSzPts val="1000"/>
              <a:buFont typeface="Archivo"/>
              <a:buChar char="●"/>
              <a:defRPr sz="1000"/>
            </a:lvl4pPr>
            <a:lvl5pPr indent="-292100" lvl="4" marL="2286000">
              <a:spcBef>
                <a:spcPts val="0"/>
              </a:spcBef>
              <a:spcAft>
                <a:spcPts val="0"/>
              </a:spcAft>
              <a:buClr>
                <a:schemeClr val="dk1"/>
              </a:buClr>
              <a:buSzPts val="1000"/>
              <a:buFont typeface="Archivo"/>
              <a:buChar char="○"/>
              <a:defRPr sz="1000"/>
            </a:lvl5pPr>
            <a:lvl6pPr indent="-292100" lvl="5" marL="2743200">
              <a:spcBef>
                <a:spcPts val="0"/>
              </a:spcBef>
              <a:spcAft>
                <a:spcPts val="0"/>
              </a:spcAft>
              <a:buClr>
                <a:schemeClr val="dk1"/>
              </a:buClr>
              <a:buSzPts val="1000"/>
              <a:buFont typeface="Archivo"/>
              <a:buChar char="■"/>
              <a:defRPr sz="1000"/>
            </a:lvl6pPr>
            <a:lvl7pPr indent="-292100" lvl="6" marL="3200400">
              <a:spcBef>
                <a:spcPts val="0"/>
              </a:spcBef>
              <a:spcAft>
                <a:spcPts val="0"/>
              </a:spcAft>
              <a:buClr>
                <a:schemeClr val="dk1"/>
              </a:buClr>
              <a:buSzPts val="1000"/>
              <a:buFont typeface="Archivo"/>
              <a:buChar char="●"/>
              <a:defRPr sz="1000"/>
            </a:lvl7pPr>
            <a:lvl8pPr indent="-292100" lvl="7" marL="3657600">
              <a:spcBef>
                <a:spcPts val="0"/>
              </a:spcBef>
              <a:spcAft>
                <a:spcPts val="0"/>
              </a:spcAft>
              <a:buClr>
                <a:schemeClr val="dk1"/>
              </a:buClr>
              <a:buSzPts val="1000"/>
              <a:buFont typeface="Archivo"/>
              <a:buChar char="○"/>
              <a:defRPr sz="1000"/>
            </a:lvl8pPr>
            <a:lvl9pPr indent="-292100" lvl="8" marL="4114800">
              <a:spcBef>
                <a:spcPts val="0"/>
              </a:spcBef>
              <a:spcAft>
                <a:spcPts val="0"/>
              </a:spcAft>
              <a:buClr>
                <a:schemeClr val="dk1"/>
              </a:buClr>
              <a:buSzPts val="1000"/>
              <a:buFont typeface="Archivo"/>
              <a:buChar char="■"/>
              <a:defRPr sz="10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BLANK_1_1_1_1_1_1_1_1_1_1_1_2_3_1">
    <p:bg>
      <p:bgPr>
        <a:solidFill>
          <a:schemeClr val="dk1"/>
        </a:solidFill>
      </p:bgPr>
    </p:bg>
    <p:spTree>
      <p:nvGrpSpPr>
        <p:cNvPr id="86" name="Shape 86"/>
        <p:cNvGrpSpPr/>
        <p:nvPr/>
      </p:nvGrpSpPr>
      <p:grpSpPr>
        <a:xfrm>
          <a:off x="0" y="0"/>
          <a:ext cx="0" cy="0"/>
          <a:chOff x="0" y="0"/>
          <a:chExt cx="0" cy="0"/>
        </a:xfrm>
      </p:grpSpPr>
      <p:pic>
        <p:nvPicPr>
          <p:cNvPr id="87" name="Google Shape;87;p19"/>
          <p:cNvPicPr preferRelativeResize="0"/>
          <p:nvPr/>
        </p:nvPicPr>
        <p:blipFill>
          <a:blip r:embed="rId2">
            <a:alphaModFix/>
          </a:blip>
          <a:stretch>
            <a:fillRect/>
          </a:stretch>
        </p:blipFill>
        <p:spPr>
          <a:xfrm>
            <a:off x="0" y="0"/>
            <a:ext cx="9144000" cy="5143500"/>
          </a:xfrm>
          <a:prstGeom prst="rect">
            <a:avLst/>
          </a:prstGeom>
          <a:noFill/>
          <a:ln>
            <a:noFill/>
          </a:ln>
        </p:spPr>
      </p:pic>
      <p:sp>
        <p:nvSpPr>
          <p:cNvPr id="88" name="Google Shape;88;p19"/>
          <p:cNvSpPr txBox="1"/>
          <p:nvPr>
            <p:ph hasCustomPrompt="1" type="title"/>
          </p:nvPr>
        </p:nvSpPr>
        <p:spPr>
          <a:xfrm>
            <a:off x="6810900" y="1133425"/>
            <a:ext cx="1963500" cy="614400"/>
          </a:xfrm>
          <a:prstGeom prst="rect">
            <a:avLst/>
          </a:prstGeom>
        </p:spPr>
        <p:txBody>
          <a:bodyPr anchorCtr="0" anchor="t" bIns="137150" lIns="137150" spcFirstLastPara="1" rIns="137150" wrap="square" tIns="137150">
            <a:normAutofit/>
          </a:bodyPr>
          <a:lstStyle>
            <a:lvl1pPr lvl="0">
              <a:spcBef>
                <a:spcPts val="0"/>
              </a:spcBef>
              <a:spcAft>
                <a:spcPts val="0"/>
              </a:spcAft>
              <a:buClr>
                <a:schemeClr val="dk1"/>
              </a:buClr>
              <a:buSzPts val="2000"/>
              <a:buFont typeface="Archivo"/>
              <a:buChar char="●"/>
              <a:defRPr sz="2000"/>
            </a:lvl1pPr>
            <a:lvl2pPr lvl="1">
              <a:spcBef>
                <a:spcPts val="0"/>
              </a:spcBef>
              <a:spcAft>
                <a:spcPts val="0"/>
              </a:spcAft>
              <a:buClr>
                <a:schemeClr val="dk1"/>
              </a:buClr>
              <a:buSzPts val="2000"/>
              <a:buFont typeface="Archivo"/>
              <a:buChar char="○"/>
              <a:defRPr sz="2000">
                <a:solidFill>
                  <a:schemeClr val="dk1"/>
                </a:solidFill>
              </a:defRPr>
            </a:lvl2pPr>
            <a:lvl3pPr lvl="2">
              <a:spcBef>
                <a:spcPts val="0"/>
              </a:spcBef>
              <a:spcAft>
                <a:spcPts val="0"/>
              </a:spcAft>
              <a:buClr>
                <a:schemeClr val="dk1"/>
              </a:buClr>
              <a:buSzPts val="2000"/>
              <a:buFont typeface="Archivo"/>
              <a:buChar char="■"/>
              <a:defRPr sz="2000">
                <a:solidFill>
                  <a:schemeClr val="dk1"/>
                </a:solidFill>
              </a:defRPr>
            </a:lvl3pPr>
            <a:lvl4pPr lvl="3">
              <a:spcBef>
                <a:spcPts val="0"/>
              </a:spcBef>
              <a:spcAft>
                <a:spcPts val="0"/>
              </a:spcAft>
              <a:buClr>
                <a:schemeClr val="dk1"/>
              </a:buClr>
              <a:buSzPts val="2000"/>
              <a:buFont typeface="Archivo"/>
              <a:buChar char="●"/>
              <a:defRPr sz="2000">
                <a:solidFill>
                  <a:schemeClr val="dk1"/>
                </a:solidFill>
              </a:defRPr>
            </a:lvl4pPr>
            <a:lvl5pPr lvl="4">
              <a:spcBef>
                <a:spcPts val="0"/>
              </a:spcBef>
              <a:spcAft>
                <a:spcPts val="0"/>
              </a:spcAft>
              <a:buClr>
                <a:schemeClr val="dk1"/>
              </a:buClr>
              <a:buSzPts val="2000"/>
              <a:buFont typeface="Archivo"/>
              <a:buChar char="○"/>
              <a:defRPr sz="2000">
                <a:solidFill>
                  <a:schemeClr val="dk1"/>
                </a:solidFill>
              </a:defRPr>
            </a:lvl5pPr>
            <a:lvl6pPr lvl="5">
              <a:spcBef>
                <a:spcPts val="0"/>
              </a:spcBef>
              <a:spcAft>
                <a:spcPts val="0"/>
              </a:spcAft>
              <a:buClr>
                <a:schemeClr val="dk1"/>
              </a:buClr>
              <a:buSzPts val="2000"/>
              <a:buFont typeface="Archivo"/>
              <a:buChar char="■"/>
              <a:defRPr sz="2000">
                <a:solidFill>
                  <a:schemeClr val="dk1"/>
                </a:solidFill>
              </a:defRPr>
            </a:lvl6pPr>
            <a:lvl7pPr lvl="6">
              <a:spcBef>
                <a:spcPts val="0"/>
              </a:spcBef>
              <a:spcAft>
                <a:spcPts val="0"/>
              </a:spcAft>
              <a:buClr>
                <a:schemeClr val="dk1"/>
              </a:buClr>
              <a:buSzPts val="2000"/>
              <a:buFont typeface="Archivo"/>
              <a:buChar char="●"/>
              <a:defRPr sz="2000">
                <a:solidFill>
                  <a:schemeClr val="dk1"/>
                </a:solidFill>
              </a:defRPr>
            </a:lvl7pPr>
            <a:lvl8pPr lvl="7">
              <a:spcBef>
                <a:spcPts val="0"/>
              </a:spcBef>
              <a:spcAft>
                <a:spcPts val="0"/>
              </a:spcAft>
              <a:buClr>
                <a:schemeClr val="dk1"/>
              </a:buClr>
              <a:buSzPts val="2000"/>
              <a:buFont typeface="Archivo"/>
              <a:buChar char="○"/>
              <a:defRPr sz="2000">
                <a:solidFill>
                  <a:schemeClr val="dk1"/>
                </a:solidFill>
              </a:defRPr>
            </a:lvl8pPr>
            <a:lvl9pPr lvl="8">
              <a:spcBef>
                <a:spcPts val="0"/>
              </a:spcBef>
              <a:spcAft>
                <a:spcPts val="0"/>
              </a:spcAft>
              <a:buClr>
                <a:schemeClr val="dk1"/>
              </a:buClr>
              <a:buSzPts val="2000"/>
              <a:buFont typeface="Archivo"/>
              <a:buChar char="■"/>
              <a:defRPr sz="2000">
                <a:solidFill>
                  <a:schemeClr val="dk1"/>
                </a:solidFill>
              </a:defRPr>
            </a:lvl9pPr>
          </a:lstStyle>
          <a:p>
            <a:r>
              <a:t>xx%</a:t>
            </a:r>
          </a:p>
        </p:txBody>
      </p:sp>
      <p:sp>
        <p:nvSpPr>
          <p:cNvPr id="89" name="Google Shape;89;p19"/>
          <p:cNvSpPr txBox="1"/>
          <p:nvPr>
            <p:ph hasCustomPrompt="1" idx="2" type="title"/>
          </p:nvPr>
        </p:nvSpPr>
        <p:spPr>
          <a:xfrm>
            <a:off x="4677671" y="1133425"/>
            <a:ext cx="2051400" cy="614400"/>
          </a:xfrm>
          <a:prstGeom prst="rect">
            <a:avLst/>
          </a:prstGeom>
        </p:spPr>
        <p:txBody>
          <a:bodyPr anchorCtr="0" anchor="t" bIns="137150" lIns="137150" spcFirstLastPara="1" rIns="137150" wrap="square" tIns="137150">
            <a:normAutofit/>
          </a:bodyPr>
          <a:lstStyle>
            <a:lvl1pPr lvl="0">
              <a:spcBef>
                <a:spcPts val="0"/>
              </a:spcBef>
              <a:spcAft>
                <a:spcPts val="0"/>
              </a:spcAft>
              <a:buClr>
                <a:schemeClr val="dk1"/>
              </a:buClr>
              <a:buSzPts val="2000"/>
              <a:buFont typeface="Archivo"/>
              <a:buChar char="●"/>
              <a:defRPr sz="2000"/>
            </a:lvl1pPr>
            <a:lvl2pPr lvl="1">
              <a:spcBef>
                <a:spcPts val="0"/>
              </a:spcBef>
              <a:spcAft>
                <a:spcPts val="0"/>
              </a:spcAft>
              <a:buClr>
                <a:schemeClr val="dk1"/>
              </a:buClr>
              <a:buSzPts val="2000"/>
              <a:buFont typeface="Archivo"/>
              <a:buChar char="○"/>
              <a:defRPr sz="2000">
                <a:solidFill>
                  <a:schemeClr val="dk1"/>
                </a:solidFill>
              </a:defRPr>
            </a:lvl2pPr>
            <a:lvl3pPr lvl="2">
              <a:spcBef>
                <a:spcPts val="0"/>
              </a:spcBef>
              <a:spcAft>
                <a:spcPts val="0"/>
              </a:spcAft>
              <a:buClr>
                <a:schemeClr val="dk1"/>
              </a:buClr>
              <a:buSzPts val="2000"/>
              <a:buFont typeface="Archivo"/>
              <a:buChar char="■"/>
              <a:defRPr sz="2000">
                <a:solidFill>
                  <a:schemeClr val="dk1"/>
                </a:solidFill>
              </a:defRPr>
            </a:lvl3pPr>
            <a:lvl4pPr lvl="3">
              <a:spcBef>
                <a:spcPts val="0"/>
              </a:spcBef>
              <a:spcAft>
                <a:spcPts val="0"/>
              </a:spcAft>
              <a:buClr>
                <a:schemeClr val="dk1"/>
              </a:buClr>
              <a:buSzPts val="2000"/>
              <a:buFont typeface="Archivo"/>
              <a:buChar char="●"/>
              <a:defRPr sz="2000">
                <a:solidFill>
                  <a:schemeClr val="dk1"/>
                </a:solidFill>
              </a:defRPr>
            </a:lvl4pPr>
            <a:lvl5pPr lvl="4">
              <a:spcBef>
                <a:spcPts val="0"/>
              </a:spcBef>
              <a:spcAft>
                <a:spcPts val="0"/>
              </a:spcAft>
              <a:buClr>
                <a:schemeClr val="dk1"/>
              </a:buClr>
              <a:buSzPts val="2000"/>
              <a:buFont typeface="Archivo"/>
              <a:buChar char="○"/>
              <a:defRPr sz="2000">
                <a:solidFill>
                  <a:schemeClr val="dk1"/>
                </a:solidFill>
              </a:defRPr>
            </a:lvl5pPr>
            <a:lvl6pPr lvl="5">
              <a:spcBef>
                <a:spcPts val="0"/>
              </a:spcBef>
              <a:spcAft>
                <a:spcPts val="0"/>
              </a:spcAft>
              <a:buClr>
                <a:schemeClr val="dk1"/>
              </a:buClr>
              <a:buSzPts val="2000"/>
              <a:buFont typeface="Archivo"/>
              <a:buChar char="■"/>
              <a:defRPr sz="2000">
                <a:solidFill>
                  <a:schemeClr val="dk1"/>
                </a:solidFill>
              </a:defRPr>
            </a:lvl6pPr>
            <a:lvl7pPr lvl="6">
              <a:spcBef>
                <a:spcPts val="0"/>
              </a:spcBef>
              <a:spcAft>
                <a:spcPts val="0"/>
              </a:spcAft>
              <a:buClr>
                <a:schemeClr val="dk1"/>
              </a:buClr>
              <a:buSzPts val="2000"/>
              <a:buFont typeface="Archivo"/>
              <a:buChar char="●"/>
              <a:defRPr sz="2000">
                <a:solidFill>
                  <a:schemeClr val="dk1"/>
                </a:solidFill>
              </a:defRPr>
            </a:lvl7pPr>
            <a:lvl8pPr lvl="7">
              <a:spcBef>
                <a:spcPts val="0"/>
              </a:spcBef>
              <a:spcAft>
                <a:spcPts val="0"/>
              </a:spcAft>
              <a:buClr>
                <a:schemeClr val="dk1"/>
              </a:buClr>
              <a:buSzPts val="2000"/>
              <a:buFont typeface="Archivo"/>
              <a:buChar char="○"/>
              <a:defRPr sz="2000">
                <a:solidFill>
                  <a:schemeClr val="dk1"/>
                </a:solidFill>
              </a:defRPr>
            </a:lvl8pPr>
            <a:lvl9pPr lvl="8">
              <a:spcBef>
                <a:spcPts val="0"/>
              </a:spcBef>
              <a:spcAft>
                <a:spcPts val="0"/>
              </a:spcAft>
              <a:buClr>
                <a:schemeClr val="dk1"/>
              </a:buClr>
              <a:buSzPts val="2000"/>
              <a:buFont typeface="Archivo"/>
              <a:buChar char="■"/>
              <a:defRPr sz="2000">
                <a:solidFill>
                  <a:schemeClr val="dk1"/>
                </a:solidFill>
              </a:defRPr>
            </a:lvl9pPr>
          </a:lstStyle>
          <a:p>
            <a:r>
              <a:t>xx%</a:t>
            </a:r>
          </a:p>
        </p:txBody>
      </p:sp>
      <p:sp>
        <p:nvSpPr>
          <p:cNvPr id="90" name="Google Shape;90;p19"/>
          <p:cNvSpPr txBox="1"/>
          <p:nvPr>
            <p:ph hasCustomPrompt="1" idx="3" type="title"/>
          </p:nvPr>
        </p:nvSpPr>
        <p:spPr>
          <a:xfrm>
            <a:off x="2537950" y="1133425"/>
            <a:ext cx="1961100" cy="614400"/>
          </a:xfrm>
          <a:prstGeom prst="rect">
            <a:avLst/>
          </a:prstGeom>
        </p:spPr>
        <p:txBody>
          <a:bodyPr anchorCtr="0" anchor="t" bIns="137150" lIns="137150" spcFirstLastPara="1" rIns="137150" wrap="square" tIns="137150">
            <a:normAutofit/>
          </a:bodyPr>
          <a:lstStyle>
            <a:lvl1pPr lvl="0">
              <a:spcBef>
                <a:spcPts val="0"/>
              </a:spcBef>
              <a:spcAft>
                <a:spcPts val="0"/>
              </a:spcAft>
              <a:buClr>
                <a:schemeClr val="dk1"/>
              </a:buClr>
              <a:buSzPts val="2000"/>
              <a:buFont typeface="Archivo"/>
              <a:buChar char="●"/>
              <a:defRPr sz="2000"/>
            </a:lvl1pPr>
            <a:lvl2pPr lvl="1">
              <a:spcBef>
                <a:spcPts val="0"/>
              </a:spcBef>
              <a:spcAft>
                <a:spcPts val="0"/>
              </a:spcAft>
              <a:buClr>
                <a:schemeClr val="dk1"/>
              </a:buClr>
              <a:buSzPts val="2000"/>
              <a:buFont typeface="Archivo"/>
              <a:buChar char="○"/>
              <a:defRPr sz="2000">
                <a:solidFill>
                  <a:schemeClr val="dk1"/>
                </a:solidFill>
              </a:defRPr>
            </a:lvl2pPr>
            <a:lvl3pPr lvl="2">
              <a:spcBef>
                <a:spcPts val="0"/>
              </a:spcBef>
              <a:spcAft>
                <a:spcPts val="0"/>
              </a:spcAft>
              <a:buClr>
                <a:schemeClr val="dk1"/>
              </a:buClr>
              <a:buSzPts val="2000"/>
              <a:buFont typeface="Archivo"/>
              <a:buChar char="■"/>
              <a:defRPr sz="2000">
                <a:solidFill>
                  <a:schemeClr val="dk1"/>
                </a:solidFill>
              </a:defRPr>
            </a:lvl3pPr>
            <a:lvl4pPr lvl="3">
              <a:spcBef>
                <a:spcPts val="0"/>
              </a:spcBef>
              <a:spcAft>
                <a:spcPts val="0"/>
              </a:spcAft>
              <a:buClr>
                <a:schemeClr val="dk1"/>
              </a:buClr>
              <a:buSzPts val="2000"/>
              <a:buFont typeface="Archivo"/>
              <a:buChar char="●"/>
              <a:defRPr sz="2000">
                <a:solidFill>
                  <a:schemeClr val="dk1"/>
                </a:solidFill>
              </a:defRPr>
            </a:lvl4pPr>
            <a:lvl5pPr lvl="4">
              <a:spcBef>
                <a:spcPts val="0"/>
              </a:spcBef>
              <a:spcAft>
                <a:spcPts val="0"/>
              </a:spcAft>
              <a:buClr>
                <a:schemeClr val="dk1"/>
              </a:buClr>
              <a:buSzPts val="2000"/>
              <a:buFont typeface="Archivo"/>
              <a:buChar char="○"/>
              <a:defRPr sz="2000">
                <a:solidFill>
                  <a:schemeClr val="dk1"/>
                </a:solidFill>
              </a:defRPr>
            </a:lvl5pPr>
            <a:lvl6pPr lvl="5">
              <a:spcBef>
                <a:spcPts val="0"/>
              </a:spcBef>
              <a:spcAft>
                <a:spcPts val="0"/>
              </a:spcAft>
              <a:buClr>
                <a:schemeClr val="dk1"/>
              </a:buClr>
              <a:buSzPts val="2000"/>
              <a:buFont typeface="Archivo"/>
              <a:buChar char="■"/>
              <a:defRPr sz="2000">
                <a:solidFill>
                  <a:schemeClr val="dk1"/>
                </a:solidFill>
              </a:defRPr>
            </a:lvl6pPr>
            <a:lvl7pPr lvl="6">
              <a:spcBef>
                <a:spcPts val="0"/>
              </a:spcBef>
              <a:spcAft>
                <a:spcPts val="0"/>
              </a:spcAft>
              <a:buClr>
                <a:schemeClr val="dk1"/>
              </a:buClr>
              <a:buSzPts val="2000"/>
              <a:buFont typeface="Archivo"/>
              <a:buChar char="●"/>
              <a:defRPr sz="2000">
                <a:solidFill>
                  <a:schemeClr val="dk1"/>
                </a:solidFill>
              </a:defRPr>
            </a:lvl7pPr>
            <a:lvl8pPr lvl="7">
              <a:spcBef>
                <a:spcPts val="0"/>
              </a:spcBef>
              <a:spcAft>
                <a:spcPts val="0"/>
              </a:spcAft>
              <a:buClr>
                <a:schemeClr val="dk1"/>
              </a:buClr>
              <a:buSzPts val="2000"/>
              <a:buFont typeface="Archivo"/>
              <a:buChar char="○"/>
              <a:defRPr sz="2000">
                <a:solidFill>
                  <a:schemeClr val="dk1"/>
                </a:solidFill>
              </a:defRPr>
            </a:lvl8pPr>
            <a:lvl9pPr lvl="8">
              <a:spcBef>
                <a:spcPts val="0"/>
              </a:spcBef>
              <a:spcAft>
                <a:spcPts val="0"/>
              </a:spcAft>
              <a:buClr>
                <a:schemeClr val="dk1"/>
              </a:buClr>
              <a:buSzPts val="2000"/>
              <a:buFont typeface="Archivo"/>
              <a:buChar char="■"/>
              <a:defRPr sz="2000">
                <a:solidFill>
                  <a:schemeClr val="dk1"/>
                </a:solidFill>
              </a:defRPr>
            </a:lvl9pPr>
          </a:lstStyle>
          <a:p>
            <a:r>
              <a:t>xx%</a:t>
            </a:r>
          </a:p>
        </p:txBody>
      </p:sp>
      <p:sp>
        <p:nvSpPr>
          <p:cNvPr id="91" name="Google Shape;91;p19"/>
          <p:cNvSpPr txBox="1"/>
          <p:nvPr>
            <p:ph hasCustomPrompt="1" idx="4" type="title"/>
          </p:nvPr>
        </p:nvSpPr>
        <p:spPr>
          <a:xfrm>
            <a:off x="2537950" y="2353968"/>
            <a:ext cx="1961100" cy="614400"/>
          </a:xfrm>
          <a:prstGeom prst="rect">
            <a:avLst/>
          </a:prstGeom>
        </p:spPr>
        <p:txBody>
          <a:bodyPr anchorCtr="0" anchor="t" bIns="137150" lIns="137150" spcFirstLastPara="1" rIns="137150" wrap="square" tIns="137150">
            <a:normAutofit/>
          </a:bodyPr>
          <a:lstStyle>
            <a:lvl1pPr lvl="0">
              <a:spcBef>
                <a:spcPts val="0"/>
              </a:spcBef>
              <a:spcAft>
                <a:spcPts val="0"/>
              </a:spcAft>
              <a:buClr>
                <a:schemeClr val="dk1"/>
              </a:buClr>
              <a:buSzPts val="2000"/>
              <a:buFont typeface="Archivo"/>
              <a:buChar char="●"/>
              <a:defRPr sz="2000"/>
            </a:lvl1pPr>
            <a:lvl2pPr lvl="1">
              <a:spcBef>
                <a:spcPts val="0"/>
              </a:spcBef>
              <a:spcAft>
                <a:spcPts val="0"/>
              </a:spcAft>
              <a:buClr>
                <a:schemeClr val="dk1"/>
              </a:buClr>
              <a:buSzPts val="2000"/>
              <a:buFont typeface="Archivo"/>
              <a:buChar char="○"/>
              <a:defRPr sz="2000">
                <a:solidFill>
                  <a:schemeClr val="dk1"/>
                </a:solidFill>
              </a:defRPr>
            </a:lvl2pPr>
            <a:lvl3pPr lvl="2">
              <a:spcBef>
                <a:spcPts val="0"/>
              </a:spcBef>
              <a:spcAft>
                <a:spcPts val="0"/>
              </a:spcAft>
              <a:buClr>
                <a:schemeClr val="dk1"/>
              </a:buClr>
              <a:buSzPts val="2000"/>
              <a:buFont typeface="Archivo"/>
              <a:buChar char="■"/>
              <a:defRPr sz="2000">
                <a:solidFill>
                  <a:schemeClr val="dk1"/>
                </a:solidFill>
              </a:defRPr>
            </a:lvl3pPr>
            <a:lvl4pPr lvl="3">
              <a:spcBef>
                <a:spcPts val="0"/>
              </a:spcBef>
              <a:spcAft>
                <a:spcPts val="0"/>
              </a:spcAft>
              <a:buClr>
                <a:schemeClr val="dk1"/>
              </a:buClr>
              <a:buSzPts val="2000"/>
              <a:buFont typeface="Archivo"/>
              <a:buChar char="●"/>
              <a:defRPr sz="2000">
                <a:solidFill>
                  <a:schemeClr val="dk1"/>
                </a:solidFill>
              </a:defRPr>
            </a:lvl4pPr>
            <a:lvl5pPr lvl="4">
              <a:spcBef>
                <a:spcPts val="0"/>
              </a:spcBef>
              <a:spcAft>
                <a:spcPts val="0"/>
              </a:spcAft>
              <a:buClr>
                <a:schemeClr val="dk1"/>
              </a:buClr>
              <a:buSzPts val="2000"/>
              <a:buFont typeface="Archivo"/>
              <a:buChar char="○"/>
              <a:defRPr sz="2000">
                <a:solidFill>
                  <a:schemeClr val="dk1"/>
                </a:solidFill>
              </a:defRPr>
            </a:lvl5pPr>
            <a:lvl6pPr lvl="5">
              <a:spcBef>
                <a:spcPts val="0"/>
              </a:spcBef>
              <a:spcAft>
                <a:spcPts val="0"/>
              </a:spcAft>
              <a:buClr>
                <a:schemeClr val="dk1"/>
              </a:buClr>
              <a:buSzPts val="2000"/>
              <a:buFont typeface="Archivo"/>
              <a:buChar char="■"/>
              <a:defRPr sz="2000">
                <a:solidFill>
                  <a:schemeClr val="dk1"/>
                </a:solidFill>
              </a:defRPr>
            </a:lvl6pPr>
            <a:lvl7pPr lvl="6">
              <a:spcBef>
                <a:spcPts val="0"/>
              </a:spcBef>
              <a:spcAft>
                <a:spcPts val="0"/>
              </a:spcAft>
              <a:buClr>
                <a:schemeClr val="dk1"/>
              </a:buClr>
              <a:buSzPts val="2000"/>
              <a:buFont typeface="Archivo"/>
              <a:buChar char="●"/>
              <a:defRPr sz="2000">
                <a:solidFill>
                  <a:schemeClr val="dk1"/>
                </a:solidFill>
              </a:defRPr>
            </a:lvl7pPr>
            <a:lvl8pPr lvl="7">
              <a:spcBef>
                <a:spcPts val="0"/>
              </a:spcBef>
              <a:spcAft>
                <a:spcPts val="0"/>
              </a:spcAft>
              <a:buClr>
                <a:schemeClr val="dk1"/>
              </a:buClr>
              <a:buSzPts val="2000"/>
              <a:buFont typeface="Archivo"/>
              <a:buChar char="○"/>
              <a:defRPr sz="2000">
                <a:solidFill>
                  <a:schemeClr val="dk1"/>
                </a:solidFill>
              </a:defRPr>
            </a:lvl8pPr>
            <a:lvl9pPr lvl="8">
              <a:spcBef>
                <a:spcPts val="0"/>
              </a:spcBef>
              <a:spcAft>
                <a:spcPts val="0"/>
              </a:spcAft>
              <a:buClr>
                <a:schemeClr val="dk1"/>
              </a:buClr>
              <a:buSzPts val="2000"/>
              <a:buFont typeface="Archivo"/>
              <a:buChar char="■"/>
              <a:defRPr sz="2000">
                <a:solidFill>
                  <a:schemeClr val="dk1"/>
                </a:solidFill>
              </a:defRPr>
            </a:lvl9pPr>
          </a:lstStyle>
          <a:p>
            <a:r>
              <a:t>xx%</a:t>
            </a:r>
          </a:p>
        </p:txBody>
      </p:sp>
      <p:sp>
        <p:nvSpPr>
          <p:cNvPr id="92" name="Google Shape;92;p19"/>
          <p:cNvSpPr txBox="1"/>
          <p:nvPr>
            <p:ph hasCustomPrompt="1" idx="5" type="title"/>
          </p:nvPr>
        </p:nvSpPr>
        <p:spPr>
          <a:xfrm>
            <a:off x="396850" y="1133425"/>
            <a:ext cx="1961100" cy="614400"/>
          </a:xfrm>
          <a:prstGeom prst="rect">
            <a:avLst/>
          </a:prstGeom>
        </p:spPr>
        <p:txBody>
          <a:bodyPr anchorCtr="0" anchor="t" bIns="137150" lIns="137150" spcFirstLastPara="1" rIns="137150" wrap="square" tIns="137150">
            <a:normAutofit/>
          </a:bodyPr>
          <a:lstStyle>
            <a:lvl1pPr lvl="0">
              <a:spcBef>
                <a:spcPts val="0"/>
              </a:spcBef>
              <a:spcAft>
                <a:spcPts val="0"/>
              </a:spcAft>
              <a:buClr>
                <a:schemeClr val="dk1"/>
              </a:buClr>
              <a:buSzPts val="2000"/>
              <a:buFont typeface="Archivo"/>
              <a:buChar char="●"/>
              <a:defRPr sz="2000"/>
            </a:lvl1pPr>
            <a:lvl2pPr lvl="1">
              <a:spcBef>
                <a:spcPts val="0"/>
              </a:spcBef>
              <a:spcAft>
                <a:spcPts val="0"/>
              </a:spcAft>
              <a:buClr>
                <a:schemeClr val="dk1"/>
              </a:buClr>
              <a:buSzPts val="2000"/>
              <a:buFont typeface="Archivo"/>
              <a:buChar char="○"/>
              <a:defRPr sz="2000">
                <a:solidFill>
                  <a:schemeClr val="dk1"/>
                </a:solidFill>
              </a:defRPr>
            </a:lvl2pPr>
            <a:lvl3pPr lvl="2">
              <a:spcBef>
                <a:spcPts val="0"/>
              </a:spcBef>
              <a:spcAft>
                <a:spcPts val="0"/>
              </a:spcAft>
              <a:buClr>
                <a:schemeClr val="dk1"/>
              </a:buClr>
              <a:buSzPts val="2000"/>
              <a:buFont typeface="Archivo"/>
              <a:buChar char="■"/>
              <a:defRPr sz="2000">
                <a:solidFill>
                  <a:schemeClr val="dk1"/>
                </a:solidFill>
              </a:defRPr>
            </a:lvl3pPr>
            <a:lvl4pPr lvl="3">
              <a:spcBef>
                <a:spcPts val="0"/>
              </a:spcBef>
              <a:spcAft>
                <a:spcPts val="0"/>
              </a:spcAft>
              <a:buClr>
                <a:schemeClr val="dk1"/>
              </a:buClr>
              <a:buSzPts val="2000"/>
              <a:buFont typeface="Archivo"/>
              <a:buChar char="●"/>
              <a:defRPr sz="2000">
                <a:solidFill>
                  <a:schemeClr val="dk1"/>
                </a:solidFill>
              </a:defRPr>
            </a:lvl4pPr>
            <a:lvl5pPr lvl="4">
              <a:spcBef>
                <a:spcPts val="0"/>
              </a:spcBef>
              <a:spcAft>
                <a:spcPts val="0"/>
              </a:spcAft>
              <a:buClr>
                <a:schemeClr val="dk1"/>
              </a:buClr>
              <a:buSzPts val="2000"/>
              <a:buFont typeface="Archivo"/>
              <a:buChar char="○"/>
              <a:defRPr sz="2000">
                <a:solidFill>
                  <a:schemeClr val="dk1"/>
                </a:solidFill>
              </a:defRPr>
            </a:lvl5pPr>
            <a:lvl6pPr lvl="5">
              <a:spcBef>
                <a:spcPts val="0"/>
              </a:spcBef>
              <a:spcAft>
                <a:spcPts val="0"/>
              </a:spcAft>
              <a:buClr>
                <a:schemeClr val="dk1"/>
              </a:buClr>
              <a:buSzPts val="2000"/>
              <a:buFont typeface="Archivo"/>
              <a:buChar char="■"/>
              <a:defRPr sz="2000">
                <a:solidFill>
                  <a:schemeClr val="dk1"/>
                </a:solidFill>
              </a:defRPr>
            </a:lvl6pPr>
            <a:lvl7pPr lvl="6">
              <a:spcBef>
                <a:spcPts val="0"/>
              </a:spcBef>
              <a:spcAft>
                <a:spcPts val="0"/>
              </a:spcAft>
              <a:buClr>
                <a:schemeClr val="dk1"/>
              </a:buClr>
              <a:buSzPts val="2000"/>
              <a:buFont typeface="Archivo"/>
              <a:buChar char="●"/>
              <a:defRPr sz="2000">
                <a:solidFill>
                  <a:schemeClr val="dk1"/>
                </a:solidFill>
              </a:defRPr>
            </a:lvl7pPr>
            <a:lvl8pPr lvl="7">
              <a:spcBef>
                <a:spcPts val="0"/>
              </a:spcBef>
              <a:spcAft>
                <a:spcPts val="0"/>
              </a:spcAft>
              <a:buClr>
                <a:schemeClr val="dk1"/>
              </a:buClr>
              <a:buSzPts val="2000"/>
              <a:buFont typeface="Archivo"/>
              <a:buChar char="○"/>
              <a:defRPr sz="2000">
                <a:solidFill>
                  <a:schemeClr val="dk1"/>
                </a:solidFill>
              </a:defRPr>
            </a:lvl8pPr>
            <a:lvl9pPr lvl="8">
              <a:spcBef>
                <a:spcPts val="0"/>
              </a:spcBef>
              <a:spcAft>
                <a:spcPts val="0"/>
              </a:spcAft>
              <a:buClr>
                <a:schemeClr val="dk1"/>
              </a:buClr>
              <a:buSzPts val="2000"/>
              <a:buFont typeface="Archivo"/>
              <a:buChar char="■"/>
              <a:defRPr sz="2000">
                <a:solidFill>
                  <a:schemeClr val="dk1"/>
                </a:solidFill>
              </a:defRPr>
            </a:lvl9pPr>
          </a:lstStyle>
          <a:p>
            <a:r>
              <a:t>xx%</a:t>
            </a:r>
          </a:p>
        </p:txBody>
      </p:sp>
      <p:sp>
        <p:nvSpPr>
          <p:cNvPr id="93" name="Google Shape;93;p19"/>
          <p:cNvSpPr txBox="1"/>
          <p:nvPr>
            <p:ph hasCustomPrompt="1" idx="6" type="title"/>
          </p:nvPr>
        </p:nvSpPr>
        <p:spPr>
          <a:xfrm>
            <a:off x="396850" y="2353968"/>
            <a:ext cx="1961100" cy="614400"/>
          </a:xfrm>
          <a:prstGeom prst="rect">
            <a:avLst/>
          </a:prstGeom>
        </p:spPr>
        <p:txBody>
          <a:bodyPr anchorCtr="0" anchor="t" bIns="137150" lIns="137150" spcFirstLastPara="1" rIns="137150" wrap="square" tIns="137150">
            <a:normAutofit/>
          </a:bodyPr>
          <a:lstStyle>
            <a:lvl1pPr lvl="0">
              <a:spcBef>
                <a:spcPts val="0"/>
              </a:spcBef>
              <a:spcAft>
                <a:spcPts val="0"/>
              </a:spcAft>
              <a:buClr>
                <a:schemeClr val="dk1"/>
              </a:buClr>
              <a:buSzPts val="2000"/>
              <a:buFont typeface="Archivo"/>
              <a:buChar char="●"/>
              <a:defRPr sz="2000"/>
            </a:lvl1pPr>
            <a:lvl2pPr lvl="1">
              <a:spcBef>
                <a:spcPts val="0"/>
              </a:spcBef>
              <a:spcAft>
                <a:spcPts val="0"/>
              </a:spcAft>
              <a:buClr>
                <a:schemeClr val="dk1"/>
              </a:buClr>
              <a:buSzPts val="2000"/>
              <a:buFont typeface="Archivo"/>
              <a:buChar char="○"/>
              <a:defRPr sz="2000">
                <a:solidFill>
                  <a:schemeClr val="dk1"/>
                </a:solidFill>
              </a:defRPr>
            </a:lvl2pPr>
            <a:lvl3pPr lvl="2">
              <a:spcBef>
                <a:spcPts val="0"/>
              </a:spcBef>
              <a:spcAft>
                <a:spcPts val="0"/>
              </a:spcAft>
              <a:buClr>
                <a:schemeClr val="dk1"/>
              </a:buClr>
              <a:buSzPts val="2000"/>
              <a:buFont typeface="Archivo"/>
              <a:buChar char="■"/>
              <a:defRPr sz="2000">
                <a:solidFill>
                  <a:schemeClr val="dk1"/>
                </a:solidFill>
              </a:defRPr>
            </a:lvl3pPr>
            <a:lvl4pPr lvl="3">
              <a:spcBef>
                <a:spcPts val="0"/>
              </a:spcBef>
              <a:spcAft>
                <a:spcPts val="0"/>
              </a:spcAft>
              <a:buClr>
                <a:schemeClr val="dk1"/>
              </a:buClr>
              <a:buSzPts val="2000"/>
              <a:buFont typeface="Archivo"/>
              <a:buChar char="●"/>
              <a:defRPr sz="2000">
                <a:solidFill>
                  <a:schemeClr val="dk1"/>
                </a:solidFill>
              </a:defRPr>
            </a:lvl4pPr>
            <a:lvl5pPr lvl="4">
              <a:spcBef>
                <a:spcPts val="0"/>
              </a:spcBef>
              <a:spcAft>
                <a:spcPts val="0"/>
              </a:spcAft>
              <a:buClr>
                <a:schemeClr val="dk1"/>
              </a:buClr>
              <a:buSzPts val="2000"/>
              <a:buFont typeface="Archivo"/>
              <a:buChar char="○"/>
              <a:defRPr sz="2000">
                <a:solidFill>
                  <a:schemeClr val="dk1"/>
                </a:solidFill>
              </a:defRPr>
            </a:lvl5pPr>
            <a:lvl6pPr lvl="5">
              <a:spcBef>
                <a:spcPts val="0"/>
              </a:spcBef>
              <a:spcAft>
                <a:spcPts val="0"/>
              </a:spcAft>
              <a:buClr>
                <a:schemeClr val="dk1"/>
              </a:buClr>
              <a:buSzPts val="2000"/>
              <a:buFont typeface="Archivo"/>
              <a:buChar char="■"/>
              <a:defRPr sz="2000">
                <a:solidFill>
                  <a:schemeClr val="dk1"/>
                </a:solidFill>
              </a:defRPr>
            </a:lvl6pPr>
            <a:lvl7pPr lvl="6">
              <a:spcBef>
                <a:spcPts val="0"/>
              </a:spcBef>
              <a:spcAft>
                <a:spcPts val="0"/>
              </a:spcAft>
              <a:buClr>
                <a:schemeClr val="dk1"/>
              </a:buClr>
              <a:buSzPts val="2000"/>
              <a:buFont typeface="Archivo"/>
              <a:buChar char="●"/>
              <a:defRPr sz="2000">
                <a:solidFill>
                  <a:schemeClr val="dk1"/>
                </a:solidFill>
              </a:defRPr>
            </a:lvl7pPr>
            <a:lvl8pPr lvl="7">
              <a:spcBef>
                <a:spcPts val="0"/>
              </a:spcBef>
              <a:spcAft>
                <a:spcPts val="0"/>
              </a:spcAft>
              <a:buClr>
                <a:schemeClr val="dk1"/>
              </a:buClr>
              <a:buSzPts val="2000"/>
              <a:buFont typeface="Archivo"/>
              <a:buChar char="○"/>
              <a:defRPr sz="2000">
                <a:solidFill>
                  <a:schemeClr val="dk1"/>
                </a:solidFill>
              </a:defRPr>
            </a:lvl8pPr>
            <a:lvl9pPr lvl="8">
              <a:spcBef>
                <a:spcPts val="0"/>
              </a:spcBef>
              <a:spcAft>
                <a:spcPts val="0"/>
              </a:spcAft>
              <a:buClr>
                <a:schemeClr val="dk1"/>
              </a:buClr>
              <a:buSzPts val="2000"/>
              <a:buFont typeface="Archivo"/>
              <a:buChar char="■"/>
              <a:defRPr sz="2000">
                <a:solidFill>
                  <a:schemeClr val="dk1"/>
                </a:solidFill>
              </a:defRPr>
            </a:lvl9pPr>
          </a:lstStyle>
          <a:p>
            <a:r>
              <a:t>xx%</a:t>
            </a:r>
          </a:p>
        </p:txBody>
      </p:sp>
      <p:sp>
        <p:nvSpPr>
          <p:cNvPr id="94" name="Google Shape;94;p19"/>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Archivo"/>
                <a:ea typeface="Archivo"/>
                <a:cs typeface="Archivo"/>
                <a:sym typeface="Archivo"/>
              </a:defRPr>
            </a:lvl1pPr>
            <a:lvl2pPr lvl="1" algn="r">
              <a:buNone/>
              <a:defRPr sz="700">
                <a:solidFill>
                  <a:schemeClr val="dk1"/>
                </a:solidFill>
                <a:latin typeface="Archivo"/>
                <a:ea typeface="Archivo"/>
                <a:cs typeface="Archivo"/>
                <a:sym typeface="Archivo"/>
              </a:defRPr>
            </a:lvl2pPr>
            <a:lvl3pPr lvl="2" algn="r">
              <a:buNone/>
              <a:defRPr sz="700">
                <a:solidFill>
                  <a:schemeClr val="dk1"/>
                </a:solidFill>
                <a:latin typeface="Archivo"/>
                <a:ea typeface="Archivo"/>
                <a:cs typeface="Archivo"/>
                <a:sym typeface="Archivo"/>
              </a:defRPr>
            </a:lvl3pPr>
            <a:lvl4pPr lvl="3" algn="r">
              <a:buNone/>
              <a:defRPr sz="700">
                <a:solidFill>
                  <a:schemeClr val="dk1"/>
                </a:solidFill>
                <a:latin typeface="Archivo"/>
                <a:ea typeface="Archivo"/>
                <a:cs typeface="Archivo"/>
                <a:sym typeface="Archivo"/>
              </a:defRPr>
            </a:lvl4pPr>
            <a:lvl5pPr lvl="4" algn="r">
              <a:buNone/>
              <a:defRPr sz="700">
                <a:solidFill>
                  <a:schemeClr val="dk1"/>
                </a:solidFill>
                <a:latin typeface="Archivo"/>
                <a:ea typeface="Archivo"/>
                <a:cs typeface="Archivo"/>
                <a:sym typeface="Archivo"/>
              </a:defRPr>
            </a:lvl5pPr>
            <a:lvl6pPr lvl="5" algn="r">
              <a:buNone/>
              <a:defRPr sz="700">
                <a:solidFill>
                  <a:schemeClr val="dk1"/>
                </a:solidFill>
                <a:latin typeface="Archivo"/>
                <a:ea typeface="Archivo"/>
                <a:cs typeface="Archivo"/>
                <a:sym typeface="Archivo"/>
              </a:defRPr>
            </a:lvl6pPr>
            <a:lvl7pPr lvl="6" algn="r">
              <a:buNone/>
              <a:defRPr sz="700">
                <a:solidFill>
                  <a:schemeClr val="dk1"/>
                </a:solidFill>
                <a:latin typeface="Archivo"/>
                <a:ea typeface="Archivo"/>
                <a:cs typeface="Archivo"/>
                <a:sym typeface="Archivo"/>
              </a:defRPr>
            </a:lvl7pPr>
            <a:lvl8pPr lvl="7" algn="r">
              <a:buNone/>
              <a:defRPr sz="700">
                <a:solidFill>
                  <a:schemeClr val="dk1"/>
                </a:solidFill>
                <a:latin typeface="Archivo"/>
                <a:ea typeface="Archivo"/>
                <a:cs typeface="Archivo"/>
                <a:sym typeface="Archivo"/>
              </a:defRPr>
            </a:lvl8pPr>
            <a:lvl9pPr lvl="8" algn="r">
              <a:buNone/>
              <a:defRPr sz="700">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
        <p:nvSpPr>
          <p:cNvPr id="95" name="Google Shape;95;p19"/>
          <p:cNvSpPr txBox="1"/>
          <p:nvPr>
            <p:ph idx="1" type="subTitle"/>
          </p:nvPr>
        </p:nvSpPr>
        <p:spPr>
          <a:xfrm>
            <a:off x="356125" y="1831403"/>
            <a:ext cx="1961100" cy="349500"/>
          </a:xfrm>
          <a:prstGeom prst="rect">
            <a:avLst/>
          </a:prstGeom>
        </p:spPr>
        <p:txBody>
          <a:bodyPr anchorCtr="0" anchor="b" bIns="0" lIns="137150" spcFirstLastPara="1" rIns="137150" wrap="square" tIns="137150">
            <a:noAutofit/>
          </a:bodyPr>
          <a:lstStyle>
            <a:lvl1pPr lvl="0">
              <a:spcBef>
                <a:spcPts val="0"/>
              </a:spcBef>
              <a:spcAft>
                <a:spcPts val="0"/>
              </a:spcAft>
              <a:buClr>
                <a:schemeClr val="dk1"/>
              </a:buClr>
              <a:buSzPts val="1250"/>
              <a:buFont typeface="Archivo SemiBold"/>
              <a:buNone/>
              <a:defRPr sz="1250">
                <a:latin typeface="Archivo SemiBold"/>
                <a:ea typeface="Archivo SemiBold"/>
                <a:cs typeface="Archivo SemiBold"/>
                <a:sym typeface="Archivo SemiBold"/>
              </a:defRPr>
            </a:lvl1pPr>
            <a:lvl2pPr lvl="1">
              <a:spcBef>
                <a:spcPts val="0"/>
              </a:spcBef>
              <a:spcAft>
                <a:spcPts val="0"/>
              </a:spcAft>
              <a:buSzPts val="1250"/>
              <a:buNone/>
              <a:defRPr sz="1250"/>
            </a:lvl2pPr>
            <a:lvl3pPr lvl="2">
              <a:spcBef>
                <a:spcPts val="0"/>
              </a:spcBef>
              <a:spcAft>
                <a:spcPts val="0"/>
              </a:spcAft>
              <a:buSzPts val="1250"/>
              <a:buNone/>
              <a:defRPr sz="1250"/>
            </a:lvl3pPr>
            <a:lvl4pPr lvl="3">
              <a:spcBef>
                <a:spcPts val="0"/>
              </a:spcBef>
              <a:spcAft>
                <a:spcPts val="0"/>
              </a:spcAft>
              <a:buSzPts val="1250"/>
              <a:buNone/>
              <a:defRPr sz="1250"/>
            </a:lvl4pPr>
            <a:lvl5pPr lvl="4">
              <a:spcBef>
                <a:spcPts val="0"/>
              </a:spcBef>
              <a:spcAft>
                <a:spcPts val="0"/>
              </a:spcAft>
              <a:buSzPts val="1250"/>
              <a:buNone/>
              <a:defRPr sz="1250"/>
            </a:lvl5pPr>
            <a:lvl6pPr lvl="5">
              <a:spcBef>
                <a:spcPts val="0"/>
              </a:spcBef>
              <a:spcAft>
                <a:spcPts val="0"/>
              </a:spcAft>
              <a:buSzPts val="1250"/>
              <a:buNone/>
              <a:defRPr sz="1250"/>
            </a:lvl6pPr>
            <a:lvl7pPr lvl="6">
              <a:spcBef>
                <a:spcPts val="0"/>
              </a:spcBef>
              <a:spcAft>
                <a:spcPts val="0"/>
              </a:spcAft>
              <a:buSzPts val="1250"/>
              <a:buNone/>
              <a:defRPr sz="1250"/>
            </a:lvl7pPr>
            <a:lvl8pPr lvl="7">
              <a:spcBef>
                <a:spcPts val="0"/>
              </a:spcBef>
              <a:spcAft>
                <a:spcPts val="0"/>
              </a:spcAft>
              <a:buSzPts val="1250"/>
              <a:buNone/>
              <a:defRPr sz="1250"/>
            </a:lvl8pPr>
            <a:lvl9pPr lvl="8">
              <a:spcBef>
                <a:spcPts val="0"/>
              </a:spcBef>
              <a:spcAft>
                <a:spcPts val="0"/>
              </a:spcAft>
              <a:buSzPts val="1250"/>
              <a:buNone/>
              <a:defRPr sz="1250"/>
            </a:lvl9pPr>
          </a:lstStyle>
          <a:p/>
        </p:txBody>
      </p:sp>
      <p:sp>
        <p:nvSpPr>
          <p:cNvPr id="96" name="Google Shape;96;p19"/>
          <p:cNvSpPr txBox="1"/>
          <p:nvPr>
            <p:ph idx="7" type="subTitle"/>
          </p:nvPr>
        </p:nvSpPr>
        <p:spPr>
          <a:xfrm>
            <a:off x="2499750" y="1810303"/>
            <a:ext cx="1961100" cy="349500"/>
          </a:xfrm>
          <a:prstGeom prst="rect">
            <a:avLst/>
          </a:prstGeom>
        </p:spPr>
        <p:txBody>
          <a:bodyPr anchorCtr="0" anchor="b" bIns="0" lIns="137150" spcFirstLastPara="1" rIns="137150" wrap="square" tIns="137150">
            <a:noAutofit/>
          </a:bodyPr>
          <a:lstStyle>
            <a:lvl1pPr lvl="0">
              <a:spcBef>
                <a:spcPts val="0"/>
              </a:spcBef>
              <a:spcAft>
                <a:spcPts val="0"/>
              </a:spcAft>
              <a:buClr>
                <a:schemeClr val="dk1"/>
              </a:buClr>
              <a:buSzPts val="1250"/>
              <a:buFont typeface="Archivo SemiBold"/>
              <a:buNone/>
              <a:defRPr sz="1250">
                <a:latin typeface="Archivo SemiBold"/>
                <a:ea typeface="Archivo SemiBold"/>
                <a:cs typeface="Archivo SemiBold"/>
                <a:sym typeface="Archivo SemiBold"/>
              </a:defRPr>
            </a:lvl1pPr>
            <a:lvl2pPr lvl="1">
              <a:spcBef>
                <a:spcPts val="0"/>
              </a:spcBef>
              <a:spcAft>
                <a:spcPts val="0"/>
              </a:spcAft>
              <a:buSzPts val="1250"/>
              <a:buNone/>
              <a:defRPr sz="1250"/>
            </a:lvl2pPr>
            <a:lvl3pPr lvl="2">
              <a:spcBef>
                <a:spcPts val="0"/>
              </a:spcBef>
              <a:spcAft>
                <a:spcPts val="0"/>
              </a:spcAft>
              <a:buSzPts val="1250"/>
              <a:buNone/>
              <a:defRPr sz="1250"/>
            </a:lvl3pPr>
            <a:lvl4pPr lvl="3">
              <a:spcBef>
                <a:spcPts val="0"/>
              </a:spcBef>
              <a:spcAft>
                <a:spcPts val="0"/>
              </a:spcAft>
              <a:buSzPts val="1250"/>
              <a:buNone/>
              <a:defRPr sz="1250"/>
            </a:lvl4pPr>
            <a:lvl5pPr lvl="4">
              <a:spcBef>
                <a:spcPts val="0"/>
              </a:spcBef>
              <a:spcAft>
                <a:spcPts val="0"/>
              </a:spcAft>
              <a:buSzPts val="1250"/>
              <a:buNone/>
              <a:defRPr sz="1250"/>
            </a:lvl5pPr>
            <a:lvl6pPr lvl="5">
              <a:spcBef>
                <a:spcPts val="0"/>
              </a:spcBef>
              <a:spcAft>
                <a:spcPts val="0"/>
              </a:spcAft>
              <a:buSzPts val="1250"/>
              <a:buNone/>
              <a:defRPr sz="1250"/>
            </a:lvl6pPr>
            <a:lvl7pPr lvl="6">
              <a:spcBef>
                <a:spcPts val="0"/>
              </a:spcBef>
              <a:spcAft>
                <a:spcPts val="0"/>
              </a:spcAft>
              <a:buSzPts val="1250"/>
              <a:buNone/>
              <a:defRPr sz="1250"/>
            </a:lvl7pPr>
            <a:lvl8pPr lvl="7">
              <a:spcBef>
                <a:spcPts val="0"/>
              </a:spcBef>
              <a:spcAft>
                <a:spcPts val="0"/>
              </a:spcAft>
              <a:buSzPts val="1250"/>
              <a:buNone/>
              <a:defRPr sz="1250"/>
            </a:lvl8pPr>
            <a:lvl9pPr lvl="8">
              <a:spcBef>
                <a:spcPts val="0"/>
              </a:spcBef>
              <a:spcAft>
                <a:spcPts val="0"/>
              </a:spcAft>
              <a:buSzPts val="1250"/>
              <a:buNone/>
              <a:defRPr sz="1250"/>
            </a:lvl9pPr>
          </a:lstStyle>
          <a:p/>
        </p:txBody>
      </p:sp>
      <p:sp>
        <p:nvSpPr>
          <p:cNvPr id="97" name="Google Shape;97;p19"/>
          <p:cNvSpPr txBox="1"/>
          <p:nvPr>
            <p:ph idx="8" type="subTitle"/>
          </p:nvPr>
        </p:nvSpPr>
        <p:spPr>
          <a:xfrm>
            <a:off x="4647650" y="1810303"/>
            <a:ext cx="1961100" cy="349500"/>
          </a:xfrm>
          <a:prstGeom prst="rect">
            <a:avLst/>
          </a:prstGeom>
        </p:spPr>
        <p:txBody>
          <a:bodyPr anchorCtr="0" anchor="b" bIns="0" lIns="137150" spcFirstLastPara="1" rIns="137150" wrap="square" tIns="137150">
            <a:noAutofit/>
          </a:bodyPr>
          <a:lstStyle>
            <a:lvl1pPr lvl="0">
              <a:spcBef>
                <a:spcPts val="0"/>
              </a:spcBef>
              <a:spcAft>
                <a:spcPts val="0"/>
              </a:spcAft>
              <a:buClr>
                <a:schemeClr val="dk1"/>
              </a:buClr>
              <a:buSzPts val="1250"/>
              <a:buFont typeface="Archivo SemiBold"/>
              <a:buNone/>
              <a:defRPr sz="1250">
                <a:latin typeface="Archivo SemiBold"/>
                <a:ea typeface="Archivo SemiBold"/>
                <a:cs typeface="Archivo SemiBold"/>
                <a:sym typeface="Archivo SemiBold"/>
              </a:defRPr>
            </a:lvl1pPr>
            <a:lvl2pPr lvl="1">
              <a:spcBef>
                <a:spcPts val="0"/>
              </a:spcBef>
              <a:spcAft>
                <a:spcPts val="0"/>
              </a:spcAft>
              <a:buSzPts val="1250"/>
              <a:buNone/>
              <a:defRPr sz="1250"/>
            </a:lvl2pPr>
            <a:lvl3pPr lvl="2">
              <a:spcBef>
                <a:spcPts val="0"/>
              </a:spcBef>
              <a:spcAft>
                <a:spcPts val="0"/>
              </a:spcAft>
              <a:buSzPts val="1250"/>
              <a:buNone/>
              <a:defRPr sz="1250"/>
            </a:lvl3pPr>
            <a:lvl4pPr lvl="3">
              <a:spcBef>
                <a:spcPts val="0"/>
              </a:spcBef>
              <a:spcAft>
                <a:spcPts val="0"/>
              </a:spcAft>
              <a:buSzPts val="1250"/>
              <a:buNone/>
              <a:defRPr sz="1250"/>
            </a:lvl4pPr>
            <a:lvl5pPr lvl="4">
              <a:spcBef>
                <a:spcPts val="0"/>
              </a:spcBef>
              <a:spcAft>
                <a:spcPts val="0"/>
              </a:spcAft>
              <a:buSzPts val="1250"/>
              <a:buNone/>
              <a:defRPr sz="1250"/>
            </a:lvl5pPr>
            <a:lvl6pPr lvl="5">
              <a:spcBef>
                <a:spcPts val="0"/>
              </a:spcBef>
              <a:spcAft>
                <a:spcPts val="0"/>
              </a:spcAft>
              <a:buSzPts val="1250"/>
              <a:buNone/>
              <a:defRPr sz="1250"/>
            </a:lvl6pPr>
            <a:lvl7pPr lvl="6">
              <a:spcBef>
                <a:spcPts val="0"/>
              </a:spcBef>
              <a:spcAft>
                <a:spcPts val="0"/>
              </a:spcAft>
              <a:buSzPts val="1250"/>
              <a:buNone/>
              <a:defRPr sz="1250"/>
            </a:lvl7pPr>
            <a:lvl8pPr lvl="7">
              <a:spcBef>
                <a:spcPts val="0"/>
              </a:spcBef>
              <a:spcAft>
                <a:spcPts val="0"/>
              </a:spcAft>
              <a:buSzPts val="1250"/>
              <a:buNone/>
              <a:defRPr sz="1250"/>
            </a:lvl8pPr>
            <a:lvl9pPr lvl="8">
              <a:spcBef>
                <a:spcPts val="0"/>
              </a:spcBef>
              <a:spcAft>
                <a:spcPts val="0"/>
              </a:spcAft>
              <a:buSzPts val="1250"/>
              <a:buNone/>
              <a:defRPr sz="1250"/>
            </a:lvl9pPr>
          </a:lstStyle>
          <a:p/>
        </p:txBody>
      </p:sp>
      <p:sp>
        <p:nvSpPr>
          <p:cNvPr id="98" name="Google Shape;98;p19"/>
          <p:cNvSpPr txBox="1"/>
          <p:nvPr>
            <p:ph idx="9" type="subTitle"/>
          </p:nvPr>
        </p:nvSpPr>
        <p:spPr>
          <a:xfrm>
            <a:off x="6775275" y="1810303"/>
            <a:ext cx="1961100" cy="349500"/>
          </a:xfrm>
          <a:prstGeom prst="rect">
            <a:avLst/>
          </a:prstGeom>
        </p:spPr>
        <p:txBody>
          <a:bodyPr anchorCtr="0" anchor="b" bIns="0" lIns="137150" spcFirstLastPara="1" rIns="137150" wrap="square" tIns="137150">
            <a:noAutofit/>
          </a:bodyPr>
          <a:lstStyle>
            <a:lvl1pPr lvl="0">
              <a:spcBef>
                <a:spcPts val="0"/>
              </a:spcBef>
              <a:spcAft>
                <a:spcPts val="0"/>
              </a:spcAft>
              <a:buClr>
                <a:schemeClr val="dk1"/>
              </a:buClr>
              <a:buSzPts val="1250"/>
              <a:buFont typeface="Archivo SemiBold"/>
              <a:buNone/>
              <a:defRPr sz="1250">
                <a:latin typeface="Archivo SemiBold"/>
                <a:ea typeface="Archivo SemiBold"/>
                <a:cs typeface="Archivo SemiBold"/>
                <a:sym typeface="Archivo SemiBold"/>
              </a:defRPr>
            </a:lvl1pPr>
            <a:lvl2pPr lvl="1">
              <a:spcBef>
                <a:spcPts val="0"/>
              </a:spcBef>
              <a:spcAft>
                <a:spcPts val="0"/>
              </a:spcAft>
              <a:buSzPts val="1250"/>
              <a:buNone/>
              <a:defRPr sz="1250"/>
            </a:lvl2pPr>
            <a:lvl3pPr lvl="2">
              <a:spcBef>
                <a:spcPts val="0"/>
              </a:spcBef>
              <a:spcAft>
                <a:spcPts val="0"/>
              </a:spcAft>
              <a:buSzPts val="1250"/>
              <a:buNone/>
              <a:defRPr sz="1250"/>
            </a:lvl3pPr>
            <a:lvl4pPr lvl="3">
              <a:spcBef>
                <a:spcPts val="0"/>
              </a:spcBef>
              <a:spcAft>
                <a:spcPts val="0"/>
              </a:spcAft>
              <a:buSzPts val="1250"/>
              <a:buNone/>
              <a:defRPr sz="1250"/>
            </a:lvl4pPr>
            <a:lvl5pPr lvl="4">
              <a:spcBef>
                <a:spcPts val="0"/>
              </a:spcBef>
              <a:spcAft>
                <a:spcPts val="0"/>
              </a:spcAft>
              <a:buSzPts val="1250"/>
              <a:buNone/>
              <a:defRPr sz="1250"/>
            </a:lvl5pPr>
            <a:lvl6pPr lvl="5">
              <a:spcBef>
                <a:spcPts val="0"/>
              </a:spcBef>
              <a:spcAft>
                <a:spcPts val="0"/>
              </a:spcAft>
              <a:buSzPts val="1250"/>
              <a:buNone/>
              <a:defRPr sz="1250"/>
            </a:lvl6pPr>
            <a:lvl7pPr lvl="6">
              <a:spcBef>
                <a:spcPts val="0"/>
              </a:spcBef>
              <a:spcAft>
                <a:spcPts val="0"/>
              </a:spcAft>
              <a:buSzPts val="1250"/>
              <a:buNone/>
              <a:defRPr sz="1250"/>
            </a:lvl7pPr>
            <a:lvl8pPr lvl="7">
              <a:spcBef>
                <a:spcPts val="0"/>
              </a:spcBef>
              <a:spcAft>
                <a:spcPts val="0"/>
              </a:spcAft>
              <a:buSzPts val="1250"/>
              <a:buNone/>
              <a:defRPr sz="1250"/>
            </a:lvl8pPr>
            <a:lvl9pPr lvl="8">
              <a:spcBef>
                <a:spcPts val="0"/>
              </a:spcBef>
              <a:spcAft>
                <a:spcPts val="0"/>
              </a:spcAft>
              <a:buSzPts val="1250"/>
              <a:buNone/>
              <a:defRPr sz="1250"/>
            </a:lvl9pPr>
          </a:lstStyle>
          <a:p/>
        </p:txBody>
      </p:sp>
      <p:sp>
        <p:nvSpPr>
          <p:cNvPr id="99" name="Google Shape;99;p19"/>
          <p:cNvSpPr txBox="1"/>
          <p:nvPr>
            <p:ph idx="13" type="subTitle"/>
          </p:nvPr>
        </p:nvSpPr>
        <p:spPr>
          <a:xfrm>
            <a:off x="356125" y="3061753"/>
            <a:ext cx="1961100" cy="349500"/>
          </a:xfrm>
          <a:prstGeom prst="rect">
            <a:avLst/>
          </a:prstGeom>
        </p:spPr>
        <p:txBody>
          <a:bodyPr anchorCtr="0" anchor="b" bIns="0" lIns="137150" spcFirstLastPara="1" rIns="137150" wrap="square" tIns="137150">
            <a:noAutofit/>
          </a:bodyPr>
          <a:lstStyle>
            <a:lvl1pPr lvl="0">
              <a:spcBef>
                <a:spcPts val="0"/>
              </a:spcBef>
              <a:spcAft>
                <a:spcPts val="0"/>
              </a:spcAft>
              <a:buClr>
                <a:schemeClr val="dk1"/>
              </a:buClr>
              <a:buSzPts val="1250"/>
              <a:buFont typeface="Archivo SemiBold"/>
              <a:buNone/>
              <a:defRPr sz="1250">
                <a:latin typeface="Archivo SemiBold"/>
                <a:ea typeface="Archivo SemiBold"/>
                <a:cs typeface="Archivo SemiBold"/>
                <a:sym typeface="Archivo SemiBold"/>
              </a:defRPr>
            </a:lvl1pPr>
            <a:lvl2pPr lvl="1">
              <a:spcBef>
                <a:spcPts val="0"/>
              </a:spcBef>
              <a:spcAft>
                <a:spcPts val="0"/>
              </a:spcAft>
              <a:buSzPts val="1250"/>
              <a:buNone/>
              <a:defRPr sz="1250"/>
            </a:lvl2pPr>
            <a:lvl3pPr lvl="2">
              <a:spcBef>
                <a:spcPts val="0"/>
              </a:spcBef>
              <a:spcAft>
                <a:spcPts val="0"/>
              </a:spcAft>
              <a:buSzPts val="1250"/>
              <a:buNone/>
              <a:defRPr sz="1250"/>
            </a:lvl3pPr>
            <a:lvl4pPr lvl="3">
              <a:spcBef>
                <a:spcPts val="0"/>
              </a:spcBef>
              <a:spcAft>
                <a:spcPts val="0"/>
              </a:spcAft>
              <a:buSzPts val="1250"/>
              <a:buNone/>
              <a:defRPr sz="1250"/>
            </a:lvl4pPr>
            <a:lvl5pPr lvl="4">
              <a:spcBef>
                <a:spcPts val="0"/>
              </a:spcBef>
              <a:spcAft>
                <a:spcPts val="0"/>
              </a:spcAft>
              <a:buSzPts val="1250"/>
              <a:buNone/>
              <a:defRPr sz="1250"/>
            </a:lvl5pPr>
            <a:lvl6pPr lvl="5">
              <a:spcBef>
                <a:spcPts val="0"/>
              </a:spcBef>
              <a:spcAft>
                <a:spcPts val="0"/>
              </a:spcAft>
              <a:buSzPts val="1250"/>
              <a:buNone/>
              <a:defRPr sz="1250"/>
            </a:lvl6pPr>
            <a:lvl7pPr lvl="6">
              <a:spcBef>
                <a:spcPts val="0"/>
              </a:spcBef>
              <a:spcAft>
                <a:spcPts val="0"/>
              </a:spcAft>
              <a:buSzPts val="1250"/>
              <a:buNone/>
              <a:defRPr sz="1250"/>
            </a:lvl7pPr>
            <a:lvl8pPr lvl="7">
              <a:spcBef>
                <a:spcPts val="0"/>
              </a:spcBef>
              <a:spcAft>
                <a:spcPts val="0"/>
              </a:spcAft>
              <a:buSzPts val="1250"/>
              <a:buNone/>
              <a:defRPr sz="1250"/>
            </a:lvl8pPr>
            <a:lvl9pPr lvl="8">
              <a:spcBef>
                <a:spcPts val="0"/>
              </a:spcBef>
              <a:spcAft>
                <a:spcPts val="0"/>
              </a:spcAft>
              <a:buSzPts val="1250"/>
              <a:buNone/>
              <a:defRPr sz="1250"/>
            </a:lvl9pPr>
          </a:lstStyle>
          <a:p/>
        </p:txBody>
      </p:sp>
      <p:sp>
        <p:nvSpPr>
          <p:cNvPr id="100" name="Google Shape;100;p19"/>
          <p:cNvSpPr txBox="1"/>
          <p:nvPr>
            <p:ph idx="14" type="subTitle"/>
          </p:nvPr>
        </p:nvSpPr>
        <p:spPr>
          <a:xfrm>
            <a:off x="2539950" y="3061753"/>
            <a:ext cx="1961100" cy="349500"/>
          </a:xfrm>
          <a:prstGeom prst="rect">
            <a:avLst/>
          </a:prstGeom>
        </p:spPr>
        <p:txBody>
          <a:bodyPr anchorCtr="0" anchor="b" bIns="0" lIns="137150" spcFirstLastPara="1" rIns="137150" wrap="square" tIns="137150">
            <a:noAutofit/>
          </a:bodyPr>
          <a:lstStyle>
            <a:lvl1pPr lvl="0">
              <a:spcBef>
                <a:spcPts val="0"/>
              </a:spcBef>
              <a:spcAft>
                <a:spcPts val="0"/>
              </a:spcAft>
              <a:buClr>
                <a:schemeClr val="dk1"/>
              </a:buClr>
              <a:buSzPts val="1250"/>
              <a:buFont typeface="Archivo SemiBold"/>
              <a:buNone/>
              <a:defRPr sz="1250">
                <a:latin typeface="Archivo SemiBold"/>
                <a:ea typeface="Archivo SemiBold"/>
                <a:cs typeface="Archivo SemiBold"/>
                <a:sym typeface="Archivo SemiBold"/>
              </a:defRPr>
            </a:lvl1pPr>
            <a:lvl2pPr lvl="1">
              <a:spcBef>
                <a:spcPts val="0"/>
              </a:spcBef>
              <a:spcAft>
                <a:spcPts val="0"/>
              </a:spcAft>
              <a:buSzPts val="1250"/>
              <a:buNone/>
              <a:defRPr sz="1250"/>
            </a:lvl2pPr>
            <a:lvl3pPr lvl="2">
              <a:spcBef>
                <a:spcPts val="0"/>
              </a:spcBef>
              <a:spcAft>
                <a:spcPts val="0"/>
              </a:spcAft>
              <a:buSzPts val="1250"/>
              <a:buNone/>
              <a:defRPr sz="1250"/>
            </a:lvl3pPr>
            <a:lvl4pPr lvl="3">
              <a:spcBef>
                <a:spcPts val="0"/>
              </a:spcBef>
              <a:spcAft>
                <a:spcPts val="0"/>
              </a:spcAft>
              <a:buSzPts val="1250"/>
              <a:buNone/>
              <a:defRPr sz="1250"/>
            </a:lvl4pPr>
            <a:lvl5pPr lvl="4">
              <a:spcBef>
                <a:spcPts val="0"/>
              </a:spcBef>
              <a:spcAft>
                <a:spcPts val="0"/>
              </a:spcAft>
              <a:buSzPts val="1250"/>
              <a:buNone/>
              <a:defRPr sz="1250"/>
            </a:lvl5pPr>
            <a:lvl6pPr lvl="5">
              <a:spcBef>
                <a:spcPts val="0"/>
              </a:spcBef>
              <a:spcAft>
                <a:spcPts val="0"/>
              </a:spcAft>
              <a:buSzPts val="1250"/>
              <a:buNone/>
              <a:defRPr sz="1250"/>
            </a:lvl6pPr>
            <a:lvl7pPr lvl="6">
              <a:spcBef>
                <a:spcPts val="0"/>
              </a:spcBef>
              <a:spcAft>
                <a:spcPts val="0"/>
              </a:spcAft>
              <a:buSzPts val="1250"/>
              <a:buNone/>
              <a:defRPr sz="1250"/>
            </a:lvl7pPr>
            <a:lvl8pPr lvl="7">
              <a:spcBef>
                <a:spcPts val="0"/>
              </a:spcBef>
              <a:spcAft>
                <a:spcPts val="0"/>
              </a:spcAft>
              <a:buSzPts val="1250"/>
              <a:buNone/>
              <a:defRPr sz="1250"/>
            </a:lvl8pPr>
            <a:lvl9pPr lvl="8">
              <a:spcBef>
                <a:spcPts val="0"/>
              </a:spcBef>
              <a:spcAft>
                <a:spcPts val="0"/>
              </a:spcAft>
              <a:buSzPts val="1250"/>
              <a:buNone/>
              <a:defRPr sz="1250"/>
            </a:lvl9pPr>
          </a:lstStyle>
          <a:p/>
        </p:txBody>
      </p:sp>
      <p:sp>
        <p:nvSpPr>
          <p:cNvPr id="101" name="Google Shape;101;p19"/>
          <p:cNvSpPr txBox="1"/>
          <p:nvPr>
            <p:ph idx="15" type="subTitle"/>
          </p:nvPr>
        </p:nvSpPr>
        <p:spPr>
          <a:xfrm>
            <a:off x="361975" y="539900"/>
            <a:ext cx="8367600" cy="31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2000"/>
              <a:buFont typeface="Archivo"/>
              <a:buNone/>
              <a:defRPr sz="20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BLANK_1_1_1_1_1_1_1_1_1_1_1_2_1_5_1">
    <p:bg>
      <p:bgPr>
        <a:solidFill>
          <a:schemeClr val="dk1"/>
        </a:solidFill>
      </p:bgPr>
    </p:bg>
    <p:spTree>
      <p:nvGrpSpPr>
        <p:cNvPr id="102" name="Shape 102"/>
        <p:cNvGrpSpPr/>
        <p:nvPr/>
      </p:nvGrpSpPr>
      <p:grpSpPr>
        <a:xfrm>
          <a:off x="0" y="0"/>
          <a:ext cx="0" cy="0"/>
          <a:chOff x="0" y="0"/>
          <a:chExt cx="0" cy="0"/>
        </a:xfrm>
      </p:grpSpPr>
      <p:pic>
        <p:nvPicPr>
          <p:cNvPr id="103" name="Google Shape;103;p20"/>
          <p:cNvPicPr preferRelativeResize="0"/>
          <p:nvPr/>
        </p:nvPicPr>
        <p:blipFill>
          <a:blip r:embed="rId2">
            <a:alphaModFix/>
          </a:blip>
          <a:stretch>
            <a:fillRect/>
          </a:stretch>
        </p:blipFill>
        <p:spPr>
          <a:xfrm>
            <a:off x="0" y="0"/>
            <a:ext cx="9144000" cy="5143500"/>
          </a:xfrm>
          <a:prstGeom prst="rect">
            <a:avLst/>
          </a:prstGeom>
          <a:noFill/>
          <a:ln>
            <a:noFill/>
          </a:ln>
        </p:spPr>
      </p:pic>
      <p:sp>
        <p:nvSpPr>
          <p:cNvPr id="104" name="Google Shape;104;p20"/>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Archivo"/>
                <a:ea typeface="Archivo"/>
                <a:cs typeface="Archivo"/>
                <a:sym typeface="Archivo"/>
              </a:defRPr>
            </a:lvl1pPr>
            <a:lvl2pPr lvl="1" algn="r">
              <a:buNone/>
              <a:defRPr sz="700">
                <a:solidFill>
                  <a:schemeClr val="dk1"/>
                </a:solidFill>
                <a:latin typeface="Archivo"/>
                <a:ea typeface="Archivo"/>
                <a:cs typeface="Archivo"/>
                <a:sym typeface="Archivo"/>
              </a:defRPr>
            </a:lvl2pPr>
            <a:lvl3pPr lvl="2" algn="r">
              <a:buNone/>
              <a:defRPr sz="700">
                <a:solidFill>
                  <a:schemeClr val="dk1"/>
                </a:solidFill>
                <a:latin typeface="Archivo"/>
                <a:ea typeface="Archivo"/>
                <a:cs typeface="Archivo"/>
                <a:sym typeface="Archivo"/>
              </a:defRPr>
            </a:lvl3pPr>
            <a:lvl4pPr lvl="3" algn="r">
              <a:buNone/>
              <a:defRPr sz="700">
                <a:solidFill>
                  <a:schemeClr val="dk1"/>
                </a:solidFill>
                <a:latin typeface="Archivo"/>
                <a:ea typeface="Archivo"/>
                <a:cs typeface="Archivo"/>
                <a:sym typeface="Archivo"/>
              </a:defRPr>
            </a:lvl4pPr>
            <a:lvl5pPr lvl="4" algn="r">
              <a:buNone/>
              <a:defRPr sz="700">
                <a:solidFill>
                  <a:schemeClr val="dk1"/>
                </a:solidFill>
                <a:latin typeface="Archivo"/>
                <a:ea typeface="Archivo"/>
                <a:cs typeface="Archivo"/>
                <a:sym typeface="Archivo"/>
              </a:defRPr>
            </a:lvl5pPr>
            <a:lvl6pPr lvl="5" algn="r">
              <a:buNone/>
              <a:defRPr sz="700">
                <a:solidFill>
                  <a:schemeClr val="dk1"/>
                </a:solidFill>
                <a:latin typeface="Archivo"/>
                <a:ea typeface="Archivo"/>
                <a:cs typeface="Archivo"/>
                <a:sym typeface="Archivo"/>
              </a:defRPr>
            </a:lvl6pPr>
            <a:lvl7pPr lvl="6" algn="r">
              <a:buNone/>
              <a:defRPr sz="700">
                <a:solidFill>
                  <a:schemeClr val="dk1"/>
                </a:solidFill>
                <a:latin typeface="Archivo"/>
                <a:ea typeface="Archivo"/>
                <a:cs typeface="Archivo"/>
                <a:sym typeface="Archivo"/>
              </a:defRPr>
            </a:lvl7pPr>
            <a:lvl8pPr lvl="7" algn="r">
              <a:buNone/>
              <a:defRPr sz="700">
                <a:solidFill>
                  <a:schemeClr val="dk1"/>
                </a:solidFill>
                <a:latin typeface="Archivo"/>
                <a:ea typeface="Archivo"/>
                <a:cs typeface="Archivo"/>
                <a:sym typeface="Archivo"/>
              </a:defRPr>
            </a:lvl8pPr>
            <a:lvl9pPr lvl="8" algn="r">
              <a:buNone/>
              <a:defRPr sz="700">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
        <p:nvSpPr>
          <p:cNvPr id="105" name="Google Shape;105;p20"/>
          <p:cNvSpPr txBox="1"/>
          <p:nvPr>
            <p:ph idx="1" type="subTitle"/>
          </p:nvPr>
        </p:nvSpPr>
        <p:spPr>
          <a:xfrm>
            <a:off x="5145650" y="4315326"/>
            <a:ext cx="3630900" cy="495600"/>
          </a:xfrm>
          <a:prstGeom prst="rect">
            <a:avLst/>
          </a:prstGeom>
        </p:spPr>
        <p:txBody>
          <a:bodyPr anchorCtr="0" anchor="b" bIns="0" lIns="0" spcFirstLastPara="1" rIns="0" wrap="square" tIns="0">
            <a:noAutofit/>
          </a:bodyPr>
          <a:lstStyle>
            <a:lvl1pPr lvl="0" algn="r">
              <a:spcBef>
                <a:spcPts val="0"/>
              </a:spcBef>
              <a:spcAft>
                <a:spcPts val="0"/>
              </a:spcAft>
              <a:buNone/>
              <a:defRPr sz="1000"/>
            </a:lvl1pPr>
            <a:lvl2pPr lvl="1" algn="r">
              <a:spcBef>
                <a:spcPts val="0"/>
              </a:spcBef>
              <a:spcAft>
                <a:spcPts val="0"/>
              </a:spcAft>
              <a:buClr>
                <a:schemeClr val="dk1"/>
              </a:buClr>
              <a:buSzPts val="1400"/>
              <a:buNone/>
              <a:defRPr>
                <a:solidFill>
                  <a:schemeClr val="dk1"/>
                </a:solidFill>
              </a:defRPr>
            </a:lvl2pPr>
            <a:lvl3pPr lvl="2" algn="r">
              <a:spcBef>
                <a:spcPts val="0"/>
              </a:spcBef>
              <a:spcAft>
                <a:spcPts val="0"/>
              </a:spcAft>
              <a:buClr>
                <a:schemeClr val="dk1"/>
              </a:buClr>
              <a:buSzPts val="1400"/>
              <a:buNone/>
              <a:defRPr>
                <a:solidFill>
                  <a:schemeClr val="dk1"/>
                </a:solidFill>
              </a:defRPr>
            </a:lvl3pPr>
            <a:lvl4pPr lvl="3" algn="r">
              <a:spcBef>
                <a:spcPts val="0"/>
              </a:spcBef>
              <a:spcAft>
                <a:spcPts val="0"/>
              </a:spcAft>
              <a:buClr>
                <a:schemeClr val="dk1"/>
              </a:buClr>
              <a:buSzPts val="1400"/>
              <a:buNone/>
              <a:defRPr>
                <a:solidFill>
                  <a:schemeClr val="dk1"/>
                </a:solidFill>
              </a:defRPr>
            </a:lvl4pPr>
            <a:lvl5pPr lvl="4" algn="r">
              <a:spcBef>
                <a:spcPts val="0"/>
              </a:spcBef>
              <a:spcAft>
                <a:spcPts val="0"/>
              </a:spcAft>
              <a:buClr>
                <a:schemeClr val="dk1"/>
              </a:buClr>
              <a:buSzPts val="1400"/>
              <a:buNone/>
              <a:defRPr>
                <a:solidFill>
                  <a:schemeClr val="dk1"/>
                </a:solidFill>
              </a:defRPr>
            </a:lvl5pPr>
            <a:lvl6pPr lvl="5" algn="r">
              <a:spcBef>
                <a:spcPts val="0"/>
              </a:spcBef>
              <a:spcAft>
                <a:spcPts val="0"/>
              </a:spcAft>
              <a:buClr>
                <a:schemeClr val="dk1"/>
              </a:buClr>
              <a:buSzPts val="1400"/>
              <a:buNone/>
              <a:defRPr>
                <a:solidFill>
                  <a:schemeClr val="dk1"/>
                </a:solidFill>
              </a:defRPr>
            </a:lvl6pPr>
            <a:lvl7pPr lvl="6" algn="r">
              <a:spcBef>
                <a:spcPts val="0"/>
              </a:spcBef>
              <a:spcAft>
                <a:spcPts val="0"/>
              </a:spcAft>
              <a:buClr>
                <a:schemeClr val="dk1"/>
              </a:buClr>
              <a:buSzPts val="1400"/>
              <a:buNone/>
              <a:defRPr>
                <a:solidFill>
                  <a:schemeClr val="dk1"/>
                </a:solidFill>
              </a:defRPr>
            </a:lvl7pPr>
            <a:lvl8pPr lvl="7" algn="r">
              <a:spcBef>
                <a:spcPts val="0"/>
              </a:spcBef>
              <a:spcAft>
                <a:spcPts val="0"/>
              </a:spcAft>
              <a:buClr>
                <a:schemeClr val="dk1"/>
              </a:buClr>
              <a:buSzPts val="1400"/>
              <a:buNone/>
              <a:defRPr>
                <a:solidFill>
                  <a:schemeClr val="dk1"/>
                </a:solidFill>
              </a:defRPr>
            </a:lvl8pPr>
            <a:lvl9pPr lvl="8" algn="r">
              <a:spcBef>
                <a:spcPts val="0"/>
              </a:spcBef>
              <a:spcAft>
                <a:spcPts val="0"/>
              </a:spcAft>
              <a:buClr>
                <a:schemeClr val="dk1"/>
              </a:buClr>
              <a:buSzPts val="1400"/>
              <a:buNone/>
              <a:defRPr>
                <a:solidFill>
                  <a:schemeClr val="dk1"/>
                </a:solidFill>
              </a:defRPr>
            </a:lvl9pPr>
          </a:lstStyle>
          <a:p/>
        </p:txBody>
      </p:sp>
      <p:sp>
        <p:nvSpPr>
          <p:cNvPr id="106" name="Google Shape;106;p20"/>
          <p:cNvSpPr txBox="1"/>
          <p:nvPr>
            <p:ph type="title"/>
          </p:nvPr>
        </p:nvSpPr>
        <p:spPr>
          <a:xfrm>
            <a:off x="361975" y="2793298"/>
            <a:ext cx="4401300" cy="2111400"/>
          </a:xfrm>
          <a:prstGeom prst="rect">
            <a:avLst/>
          </a:prstGeom>
        </p:spPr>
        <p:txBody>
          <a:bodyPr anchorCtr="0" anchor="b" bIns="0" lIns="0" spcFirstLastPara="1" rIns="0" wrap="square" tIns="0">
            <a:noAutofit/>
          </a:bodyPr>
          <a:lstStyle>
            <a:lvl1pPr lvl="0">
              <a:lnSpc>
                <a:spcPct val="80000"/>
              </a:lnSpc>
              <a:spcBef>
                <a:spcPts val="0"/>
              </a:spcBef>
              <a:spcAft>
                <a:spcPts val="0"/>
              </a:spcAft>
              <a:buNone/>
              <a:defRPr sz="5400">
                <a:latin typeface="Archivo Light"/>
                <a:ea typeface="Archivo Light"/>
                <a:cs typeface="Archivo Light"/>
                <a:sym typeface="Archivo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p:cSld name="BLANK_1_1_1_1_1_1_1_1_1_1_1_2_1_4">
    <p:bg>
      <p:bgPr>
        <a:solidFill>
          <a:schemeClr val="dk1"/>
        </a:solidFill>
      </p:bgPr>
    </p:bg>
    <p:spTree>
      <p:nvGrpSpPr>
        <p:cNvPr id="107" name="Shape 107"/>
        <p:cNvGrpSpPr/>
        <p:nvPr/>
      </p:nvGrpSpPr>
      <p:grpSpPr>
        <a:xfrm>
          <a:off x="0" y="0"/>
          <a:ext cx="0" cy="0"/>
          <a:chOff x="0" y="0"/>
          <a:chExt cx="0" cy="0"/>
        </a:xfrm>
      </p:grpSpPr>
      <p:pic>
        <p:nvPicPr>
          <p:cNvPr id="108" name="Google Shape;108;p21"/>
          <p:cNvPicPr preferRelativeResize="0"/>
          <p:nvPr/>
        </p:nvPicPr>
        <p:blipFill>
          <a:blip r:embed="rId2">
            <a:alphaModFix/>
          </a:blip>
          <a:stretch>
            <a:fillRect/>
          </a:stretch>
        </p:blipFill>
        <p:spPr>
          <a:xfrm>
            <a:off x="0" y="0"/>
            <a:ext cx="9144000" cy="5143500"/>
          </a:xfrm>
          <a:prstGeom prst="rect">
            <a:avLst/>
          </a:prstGeom>
          <a:noFill/>
          <a:ln>
            <a:noFill/>
          </a:ln>
        </p:spPr>
      </p:pic>
      <p:sp>
        <p:nvSpPr>
          <p:cNvPr id="109" name="Google Shape;109;p21"/>
          <p:cNvSpPr txBox="1"/>
          <p:nvPr>
            <p:ph idx="1" type="subTitle"/>
          </p:nvPr>
        </p:nvSpPr>
        <p:spPr>
          <a:xfrm>
            <a:off x="361975" y="539900"/>
            <a:ext cx="8367600" cy="31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2000"/>
              <a:buFont typeface="Archivo"/>
              <a:buNone/>
              <a:defRPr sz="20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
        <p:nvSpPr>
          <p:cNvPr id="110" name="Google Shape;110;p21"/>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Archivo"/>
                <a:ea typeface="Archivo"/>
                <a:cs typeface="Archivo"/>
                <a:sym typeface="Archivo"/>
              </a:defRPr>
            </a:lvl1pPr>
            <a:lvl2pPr lvl="1" algn="r">
              <a:buNone/>
              <a:defRPr sz="700">
                <a:solidFill>
                  <a:schemeClr val="dk1"/>
                </a:solidFill>
                <a:latin typeface="Archivo"/>
                <a:ea typeface="Archivo"/>
                <a:cs typeface="Archivo"/>
                <a:sym typeface="Archivo"/>
              </a:defRPr>
            </a:lvl2pPr>
            <a:lvl3pPr lvl="2" algn="r">
              <a:buNone/>
              <a:defRPr sz="700">
                <a:solidFill>
                  <a:schemeClr val="dk1"/>
                </a:solidFill>
                <a:latin typeface="Archivo"/>
                <a:ea typeface="Archivo"/>
                <a:cs typeface="Archivo"/>
                <a:sym typeface="Archivo"/>
              </a:defRPr>
            </a:lvl3pPr>
            <a:lvl4pPr lvl="3" algn="r">
              <a:buNone/>
              <a:defRPr sz="700">
                <a:solidFill>
                  <a:schemeClr val="dk1"/>
                </a:solidFill>
                <a:latin typeface="Archivo"/>
                <a:ea typeface="Archivo"/>
                <a:cs typeface="Archivo"/>
                <a:sym typeface="Archivo"/>
              </a:defRPr>
            </a:lvl4pPr>
            <a:lvl5pPr lvl="4" algn="r">
              <a:buNone/>
              <a:defRPr sz="700">
                <a:solidFill>
                  <a:schemeClr val="dk1"/>
                </a:solidFill>
                <a:latin typeface="Archivo"/>
                <a:ea typeface="Archivo"/>
                <a:cs typeface="Archivo"/>
                <a:sym typeface="Archivo"/>
              </a:defRPr>
            </a:lvl5pPr>
            <a:lvl6pPr lvl="5" algn="r">
              <a:buNone/>
              <a:defRPr sz="700">
                <a:solidFill>
                  <a:schemeClr val="dk1"/>
                </a:solidFill>
                <a:latin typeface="Archivo"/>
                <a:ea typeface="Archivo"/>
                <a:cs typeface="Archivo"/>
                <a:sym typeface="Archivo"/>
              </a:defRPr>
            </a:lvl6pPr>
            <a:lvl7pPr lvl="6" algn="r">
              <a:buNone/>
              <a:defRPr sz="700">
                <a:solidFill>
                  <a:schemeClr val="dk1"/>
                </a:solidFill>
                <a:latin typeface="Archivo"/>
                <a:ea typeface="Archivo"/>
                <a:cs typeface="Archivo"/>
                <a:sym typeface="Archivo"/>
              </a:defRPr>
            </a:lvl7pPr>
            <a:lvl8pPr lvl="7" algn="r">
              <a:buNone/>
              <a:defRPr sz="700">
                <a:solidFill>
                  <a:schemeClr val="dk1"/>
                </a:solidFill>
                <a:latin typeface="Archivo"/>
                <a:ea typeface="Archivo"/>
                <a:cs typeface="Archivo"/>
                <a:sym typeface="Archivo"/>
              </a:defRPr>
            </a:lvl8pPr>
            <a:lvl9pPr lvl="8" algn="r">
              <a:buNone/>
              <a:defRPr sz="700">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
        <p:nvSpPr>
          <p:cNvPr id="111" name="Google Shape;111;p21"/>
          <p:cNvSpPr txBox="1"/>
          <p:nvPr>
            <p:ph idx="2"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Archivo"/>
              <a:buNone/>
              <a:defRPr sz="7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
        <p:nvSpPr>
          <p:cNvPr id="112" name="Google Shape;112;p21"/>
          <p:cNvSpPr txBox="1"/>
          <p:nvPr>
            <p:ph idx="3" type="subTitle"/>
          </p:nvPr>
        </p:nvSpPr>
        <p:spPr>
          <a:xfrm>
            <a:off x="339900" y="2464350"/>
            <a:ext cx="1025100" cy="318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a:buNone/>
              <a:defRPr sz="1000">
                <a:solidFill>
                  <a:schemeClr val="dk1"/>
                </a:solidFill>
              </a:defRPr>
            </a:lvl2pPr>
            <a:lvl3pPr lvl="2">
              <a:spcBef>
                <a:spcPts val="0"/>
              </a:spcBef>
              <a:spcAft>
                <a:spcPts val="0"/>
              </a:spcAft>
              <a:buClr>
                <a:schemeClr val="dk1"/>
              </a:buClr>
              <a:buSzPts val="1000"/>
              <a:buFont typeface="Archivo"/>
              <a:buNone/>
              <a:defRPr sz="1000">
                <a:solidFill>
                  <a:schemeClr val="dk1"/>
                </a:solidFill>
              </a:defRPr>
            </a:lvl3pPr>
            <a:lvl4pPr lvl="3">
              <a:spcBef>
                <a:spcPts val="0"/>
              </a:spcBef>
              <a:spcAft>
                <a:spcPts val="0"/>
              </a:spcAft>
              <a:buClr>
                <a:schemeClr val="dk1"/>
              </a:buClr>
              <a:buSzPts val="1000"/>
              <a:buFont typeface="Archivo"/>
              <a:buNone/>
              <a:defRPr sz="1000">
                <a:solidFill>
                  <a:schemeClr val="dk1"/>
                </a:solidFill>
              </a:defRPr>
            </a:lvl4pPr>
            <a:lvl5pPr lvl="4">
              <a:spcBef>
                <a:spcPts val="0"/>
              </a:spcBef>
              <a:spcAft>
                <a:spcPts val="0"/>
              </a:spcAft>
              <a:buClr>
                <a:schemeClr val="dk1"/>
              </a:buClr>
              <a:buSzPts val="1000"/>
              <a:buFont typeface="Archivo"/>
              <a:buNone/>
              <a:defRPr sz="1000">
                <a:solidFill>
                  <a:schemeClr val="dk1"/>
                </a:solidFill>
              </a:defRPr>
            </a:lvl5pPr>
            <a:lvl6pPr lvl="5">
              <a:spcBef>
                <a:spcPts val="0"/>
              </a:spcBef>
              <a:spcAft>
                <a:spcPts val="0"/>
              </a:spcAft>
              <a:buClr>
                <a:schemeClr val="dk1"/>
              </a:buClr>
              <a:buSzPts val="1000"/>
              <a:buFont typeface="Archivo"/>
              <a:buNone/>
              <a:defRPr sz="1000">
                <a:solidFill>
                  <a:schemeClr val="dk1"/>
                </a:solidFill>
              </a:defRPr>
            </a:lvl6pPr>
            <a:lvl7pPr lvl="6">
              <a:spcBef>
                <a:spcPts val="0"/>
              </a:spcBef>
              <a:spcAft>
                <a:spcPts val="0"/>
              </a:spcAft>
              <a:buClr>
                <a:schemeClr val="dk1"/>
              </a:buClr>
              <a:buSzPts val="1000"/>
              <a:buFont typeface="Archivo"/>
              <a:buNone/>
              <a:defRPr sz="1000">
                <a:solidFill>
                  <a:schemeClr val="dk1"/>
                </a:solidFill>
              </a:defRPr>
            </a:lvl7pPr>
            <a:lvl8pPr lvl="7">
              <a:spcBef>
                <a:spcPts val="0"/>
              </a:spcBef>
              <a:spcAft>
                <a:spcPts val="0"/>
              </a:spcAft>
              <a:buClr>
                <a:schemeClr val="dk1"/>
              </a:buClr>
              <a:buSzPts val="1000"/>
              <a:buFont typeface="Archivo"/>
              <a:buNone/>
              <a:defRPr sz="1000">
                <a:solidFill>
                  <a:schemeClr val="dk1"/>
                </a:solidFill>
              </a:defRPr>
            </a:lvl8pPr>
            <a:lvl9pPr lvl="8">
              <a:spcBef>
                <a:spcPts val="0"/>
              </a:spcBef>
              <a:spcAft>
                <a:spcPts val="0"/>
              </a:spcAft>
              <a:buClr>
                <a:schemeClr val="dk1"/>
              </a:buClr>
              <a:buSzPts val="1000"/>
              <a:buFont typeface="Archivo"/>
              <a:buNone/>
              <a:defRPr sz="1000">
                <a:solidFill>
                  <a:schemeClr val="dk1"/>
                </a:solidFill>
              </a:defRPr>
            </a:lvl9pPr>
          </a:lstStyle>
          <a:p/>
        </p:txBody>
      </p:sp>
      <p:sp>
        <p:nvSpPr>
          <p:cNvPr id="113" name="Google Shape;113;p21"/>
          <p:cNvSpPr txBox="1"/>
          <p:nvPr>
            <p:ph idx="4" type="subTitle"/>
          </p:nvPr>
        </p:nvSpPr>
        <p:spPr>
          <a:xfrm>
            <a:off x="339900" y="3456150"/>
            <a:ext cx="1025100" cy="318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a:buNone/>
              <a:defRPr sz="1000">
                <a:solidFill>
                  <a:schemeClr val="dk1"/>
                </a:solidFill>
              </a:defRPr>
            </a:lvl2pPr>
            <a:lvl3pPr lvl="2">
              <a:spcBef>
                <a:spcPts val="0"/>
              </a:spcBef>
              <a:spcAft>
                <a:spcPts val="0"/>
              </a:spcAft>
              <a:buClr>
                <a:schemeClr val="dk1"/>
              </a:buClr>
              <a:buSzPts val="1000"/>
              <a:buFont typeface="Archivo"/>
              <a:buNone/>
              <a:defRPr sz="1000">
                <a:solidFill>
                  <a:schemeClr val="dk1"/>
                </a:solidFill>
              </a:defRPr>
            </a:lvl3pPr>
            <a:lvl4pPr lvl="3">
              <a:spcBef>
                <a:spcPts val="0"/>
              </a:spcBef>
              <a:spcAft>
                <a:spcPts val="0"/>
              </a:spcAft>
              <a:buClr>
                <a:schemeClr val="dk1"/>
              </a:buClr>
              <a:buSzPts val="1000"/>
              <a:buFont typeface="Archivo"/>
              <a:buNone/>
              <a:defRPr sz="1000">
                <a:solidFill>
                  <a:schemeClr val="dk1"/>
                </a:solidFill>
              </a:defRPr>
            </a:lvl4pPr>
            <a:lvl5pPr lvl="4">
              <a:spcBef>
                <a:spcPts val="0"/>
              </a:spcBef>
              <a:spcAft>
                <a:spcPts val="0"/>
              </a:spcAft>
              <a:buClr>
                <a:schemeClr val="dk1"/>
              </a:buClr>
              <a:buSzPts val="1000"/>
              <a:buFont typeface="Archivo"/>
              <a:buNone/>
              <a:defRPr sz="1000">
                <a:solidFill>
                  <a:schemeClr val="dk1"/>
                </a:solidFill>
              </a:defRPr>
            </a:lvl5pPr>
            <a:lvl6pPr lvl="5">
              <a:spcBef>
                <a:spcPts val="0"/>
              </a:spcBef>
              <a:spcAft>
                <a:spcPts val="0"/>
              </a:spcAft>
              <a:buClr>
                <a:schemeClr val="dk1"/>
              </a:buClr>
              <a:buSzPts val="1000"/>
              <a:buFont typeface="Archivo"/>
              <a:buNone/>
              <a:defRPr sz="1000">
                <a:solidFill>
                  <a:schemeClr val="dk1"/>
                </a:solidFill>
              </a:defRPr>
            </a:lvl6pPr>
            <a:lvl7pPr lvl="6">
              <a:spcBef>
                <a:spcPts val="0"/>
              </a:spcBef>
              <a:spcAft>
                <a:spcPts val="0"/>
              </a:spcAft>
              <a:buClr>
                <a:schemeClr val="dk1"/>
              </a:buClr>
              <a:buSzPts val="1000"/>
              <a:buFont typeface="Archivo"/>
              <a:buNone/>
              <a:defRPr sz="1000">
                <a:solidFill>
                  <a:schemeClr val="dk1"/>
                </a:solidFill>
              </a:defRPr>
            </a:lvl7pPr>
            <a:lvl8pPr lvl="7">
              <a:spcBef>
                <a:spcPts val="0"/>
              </a:spcBef>
              <a:spcAft>
                <a:spcPts val="0"/>
              </a:spcAft>
              <a:buClr>
                <a:schemeClr val="dk1"/>
              </a:buClr>
              <a:buSzPts val="1000"/>
              <a:buFont typeface="Archivo"/>
              <a:buNone/>
              <a:defRPr sz="1000">
                <a:solidFill>
                  <a:schemeClr val="dk1"/>
                </a:solidFill>
              </a:defRPr>
            </a:lvl8pPr>
            <a:lvl9pPr lvl="8">
              <a:spcBef>
                <a:spcPts val="0"/>
              </a:spcBef>
              <a:spcAft>
                <a:spcPts val="0"/>
              </a:spcAft>
              <a:buClr>
                <a:schemeClr val="dk1"/>
              </a:buClr>
              <a:buSzPts val="1000"/>
              <a:buFont typeface="Archivo"/>
              <a:buNone/>
              <a:defRPr sz="1000">
                <a:solidFill>
                  <a:schemeClr val="dk1"/>
                </a:solidFill>
              </a:defRPr>
            </a:lvl9pPr>
          </a:lstStyle>
          <a:p/>
        </p:txBody>
      </p:sp>
      <p:sp>
        <p:nvSpPr>
          <p:cNvPr id="114" name="Google Shape;114;p21"/>
          <p:cNvSpPr txBox="1"/>
          <p:nvPr>
            <p:ph idx="5" type="subTitle"/>
          </p:nvPr>
        </p:nvSpPr>
        <p:spPr>
          <a:xfrm>
            <a:off x="339900" y="4416300"/>
            <a:ext cx="1025100" cy="318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a:buNone/>
              <a:defRPr sz="1000">
                <a:solidFill>
                  <a:schemeClr val="dk1"/>
                </a:solidFill>
              </a:defRPr>
            </a:lvl2pPr>
            <a:lvl3pPr lvl="2">
              <a:spcBef>
                <a:spcPts val="0"/>
              </a:spcBef>
              <a:spcAft>
                <a:spcPts val="0"/>
              </a:spcAft>
              <a:buClr>
                <a:schemeClr val="dk1"/>
              </a:buClr>
              <a:buSzPts val="1000"/>
              <a:buFont typeface="Archivo"/>
              <a:buNone/>
              <a:defRPr sz="1000">
                <a:solidFill>
                  <a:schemeClr val="dk1"/>
                </a:solidFill>
              </a:defRPr>
            </a:lvl3pPr>
            <a:lvl4pPr lvl="3">
              <a:spcBef>
                <a:spcPts val="0"/>
              </a:spcBef>
              <a:spcAft>
                <a:spcPts val="0"/>
              </a:spcAft>
              <a:buClr>
                <a:schemeClr val="dk1"/>
              </a:buClr>
              <a:buSzPts val="1000"/>
              <a:buFont typeface="Archivo"/>
              <a:buNone/>
              <a:defRPr sz="1000">
                <a:solidFill>
                  <a:schemeClr val="dk1"/>
                </a:solidFill>
              </a:defRPr>
            </a:lvl4pPr>
            <a:lvl5pPr lvl="4">
              <a:spcBef>
                <a:spcPts val="0"/>
              </a:spcBef>
              <a:spcAft>
                <a:spcPts val="0"/>
              </a:spcAft>
              <a:buClr>
                <a:schemeClr val="dk1"/>
              </a:buClr>
              <a:buSzPts val="1000"/>
              <a:buFont typeface="Archivo"/>
              <a:buNone/>
              <a:defRPr sz="1000">
                <a:solidFill>
                  <a:schemeClr val="dk1"/>
                </a:solidFill>
              </a:defRPr>
            </a:lvl5pPr>
            <a:lvl6pPr lvl="5">
              <a:spcBef>
                <a:spcPts val="0"/>
              </a:spcBef>
              <a:spcAft>
                <a:spcPts val="0"/>
              </a:spcAft>
              <a:buClr>
                <a:schemeClr val="dk1"/>
              </a:buClr>
              <a:buSzPts val="1000"/>
              <a:buFont typeface="Archivo"/>
              <a:buNone/>
              <a:defRPr sz="1000">
                <a:solidFill>
                  <a:schemeClr val="dk1"/>
                </a:solidFill>
              </a:defRPr>
            </a:lvl6pPr>
            <a:lvl7pPr lvl="6">
              <a:spcBef>
                <a:spcPts val="0"/>
              </a:spcBef>
              <a:spcAft>
                <a:spcPts val="0"/>
              </a:spcAft>
              <a:buClr>
                <a:schemeClr val="dk1"/>
              </a:buClr>
              <a:buSzPts val="1000"/>
              <a:buFont typeface="Archivo"/>
              <a:buNone/>
              <a:defRPr sz="1000">
                <a:solidFill>
                  <a:schemeClr val="dk1"/>
                </a:solidFill>
              </a:defRPr>
            </a:lvl7pPr>
            <a:lvl8pPr lvl="7">
              <a:spcBef>
                <a:spcPts val="0"/>
              </a:spcBef>
              <a:spcAft>
                <a:spcPts val="0"/>
              </a:spcAft>
              <a:buClr>
                <a:schemeClr val="dk1"/>
              </a:buClr>
              <a:buSzPts val="1000"/>
              <a:buFont typeface="Archivo"/>
              <a:buNone/>
              <a:defRPr sz="1000">
                <a:solidFill>
                  <a:schemeClr val="dk1"/>
                </a:solidFill>
              </a:defRPr>
            </a:lvl8pPr>
            <a:lvl9pPr lvl="8">
              <a:spcBef>
                <a:spcPts val="0"/>
              </a:spcBef>
              <a:spcAft>
                <a:spcPts val="0"/>
              </a:spcAft>
              <a:buClr>
                <a:schemeClr val="dk1"/>
              </a:buClr>
              <a:buSzPts val="1000"/>
              <a:buFont typeface="Archivo"/>
              <a:buNone/>
              <a:defRPr sz="1000">
                <a:solidFill>
                  <a:schemeClr val="dk1"/>
                </a:solidFill>
              </a:defRPr>
            </a:lvl9pPr>
          </a:lstStyle>
          <a:p/>
        </p:txBody>
      </p:sp>
      <p:sp>
        <p:nvSpPr>
          <p:cNvPr id="115" name="Google Shape;115;p21"/>
          <p:cNvSpPr txBox="1"/>
          <p:nvPr>
            <p:ph idx="6" type="subTitle"/>
          </p:nvPr>
        </p:nvSpPr>
        <p:spPr>
          <a:xfrm>
            <a:off x="1365000" y="1737950"/>
            <a:ext cx="1945500" cy="318600"/>
          </a:xfrm>
          <a:prstGeom prst="rect">
            <a:avLst/>
          </a:prstGeom>
        </p:spPr>
        <p:txBody>
          <a:bodyPr anchorCtr="0" anchor="ctr" bIns="0" lIns="91425" spcFirstLastPara="1" rIns="0" wrap="square" tIns="0">
            <a:noAutofit/>
          </a:bodyPr>
          <a:lstStyle>
            <a:lvl1pPr lvl="0" algn="ctr">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lgn="ctr">
              <a:spcBef>
                <a:spcPts val="0"/>
              </a:spcBef>
              <a:spcAft>
                <a:spcPts val="0"/>
              </a:spcAft>
              <a:buClr>
                <a:schemeClr val="dk1"/>
              </a:buClr>
              <a:buSzPts val="1000"/>
              <a:buFont typeface="Archivo"/>
              <a:buNone/>
              <a:defRPr sz="1000">
                <a:solidFill>
                  <a:schemeClr val="dk1"/>
                </a:solidFill>
              </a:defRPr>
            </a:lvl2pPr>
            <a:lvl3pPr lvl="2" algn="ctr">
              <a:spcBef>
                <a:spcPts val="0"/>
              </a:spcBef>
              <a:spcAft>
                <a:spcPts val="0"/>
              </a:spcAft>
              <a:buClr>
                <a:schemeClr val="dk1"/>
              </a:buClr>
              <a:buSzPts val="1000"/>
              <a:buFont typeface="Archivo"/>
              <a:buNone/>
              <a:defRPr sz="1000">
                <a:solidFill>
                  <a:schemeClr val="dk1"/>
                </a:solidFill>
              </a:defRPr>
            </a:lvl3pPr>
            <a:lvl4pPr lvl="3" algn="ctr">
              <a:spcBef>
                <a:spcPts val="0"/>
              </a:spcBef>
              <a:spcAft>
                <a:spcPts val="0"/>
              </a:spcAft>
              <a:buClr>
                <a:schemeClr val="dk1"/>
              </a:buClr>
              <a:buSzPts val="1000"/>
              <a:buFont typeface="Archivo"/>
              <a:buNone/>
              <a:defRPr sz="1000">
                <a:solidFill>
                  <a:schemeClr val="dk1"/>
                </a:solidFill>
              </a:defRPr>
            </a:lvl4pPr>
            <a:lvl5pPr lvl="4" algn="ctr">
              <a:spcBef>
                <a:spcPts val="0"/>
              </a:spcBef>
              <a:spcAft>
                <a:spcPts val="0"/>
              </a:spcAft>
              <a:buClr>
                <a:schemeClr val="dk1"/>
              </a:buClr>
              <a:buSzPts val="1000"/>
              <a:buFont typeface="Archivo"/>
              <a:buNone/>
              <a:defRPr sz="1000">
                <a:solidFill>
                  <a:schemeClr val="dk1"/>
                </a:solidFill>
              </a:defRPr>
            </a:lvl5pPr>
            <a:lvl6pPr lvl="5" algn="ctr">
              <a:spcBef>
                <a:spcPts val="0"/>
              </a:spcBef>
              <a:spcAft>
                <a:spcPts val="0"/>
              </a:spcAft>
              <a:buClr>
                <a:schemeClr val="dk1"/>
              </a:buClr>
              <a:buSzPts val="1000"/>
              <a:buFont typeface="Archivo"/>
              <a:buNone/>
              <a:defRPr sz="1000">
                <a:solidFill>
                  <a:schemeClr val="dk1"/>
                </a:solidFill>
              </a:defRPr>
            </a:lvl6pPr>
            <a:lvl7pPr lvl="6" algn="ctr">
              <a:spcBef>
                <a:spcPts val="0"/>
              </a:spcBef>
              <a:spcAft>
                <a:spcPts val="0"/>
              </a:spcAft>
              <a:buClr>
                <a:schemeClr val="dk1"/>
              </a:buClr>
              <a:buSzPts val="1000"/>
              <a:buFont typeface="Archivo"/>
              <a:buNone/>
              <a:defRPr sz="1000">
                <a:solidFill>
                  <a:schemeClr val="dk1"/>
                </a:solidFill>
              </a:defRPr>
            </a:lvl7pPr>
            <a:lvl8pPr lvl="7" algn="ctr">
              <a:spcBef>
                <a:spcPts val="0"/>
              </a:spcBef>
              <a:spcAft>
                <a:spcPts val="0"/>
              </a:spcAft>
              <a:buClr>
                <a:schemeClr val="dk1"/>
              </a:buClr>
              <a:buSzPts val="1000"/>
              <a:buFont typeface="Archivo"/>
              <a:buNone/>
              <a:defRPr sz="1000">
                <a:solidFill>
                  <a:schemeClr val="dk1"/>
                </a:solidFill>
              </a:defRPr>
            </a:lvl8pPr>
            <a:lvl9pPr lvl="8" algn="ctr">
              <a:spcBef>
                <a:spcPts val="0"/>
              </a:spcBef>
              <a:spcAft>
                <a:spcPts val="0"/>
              </a:spcAft>
              <a:buClr>
                <a:schemeClr val="dk1"/>
              </a:buClr>
              <a:buSzPts val="1000"/>
              <a:buFont typeface="Archivo"/>
              <a:buNone/>
              <a:defRPr sz="1000">
                <a:solidFill>
                  <a:schemeClr val="dk1"/>
                </a:solidFill>
              </a:defRPr>
            </a:lvl9pPr>
          </a:lstStyle>
          <a:p/>
        </p:txBody>
      </p:sp>
      <p:sp>
        <p:nvSpPr>
          <p:cNvPr id="116" name="Google Shape;116;p21"/>
          <p:cNvSpPr txBox="1"/>
          <p:nvPr>
            <p:ph idx="7" type="subTitle"/>
          </p:nvPr>
        </p:nvSpPr>
        <p:spPr>
          <a:xfrm>
            <a:off x="3308938" y="1737950"/>
            <a:ext cx="1945500" cy="318600"/>
          </a:xfrm>
          <a:prstGeom prst="rect">
            <a:avLst/>
          </a:prstGeom>
        </p:spPr>
        <p:txBody>
          <a:bodyPr anchorCtr="0" anchor="ctr" bIns="0" lIns="91425" spcFirstLastPara="1" rIns="0" wrap="square" tIns="0">
            <a:noAutofit/>
          </a:bodyPr>
          <a:lstStyle>
            <a:lvl1pPr lvl="0" algn="ctr">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lgn="ctr">
              <a:spcBef>
                <a:spcPts val="0"/>
              </a:spcBef>
              <a:spcAft>
                <a:spcPts val="0"/>
              </a:spcAft>
              <a:buClr>
                <a:schemeClr val="dk1"/>
              </a:buClr>
              <a:buSzPts val="1000"/>
              <a:buFont typeface="Archivo"/>
              <a:buNone/>
              <a:defRPr sz="1000">
                <a:solidFill>
                  <a:schemeClr val="dk1"/>
                </a:solidFill>
              </a:defRPr>
            </a:lvl2pPr>
            <a:lvl3pPr lvl="2" algn="ctr">
              <a:spcBef>
                <a:spcPts val="0"/>
              </a:spcBef>
              <a:spcAft>
                <a:spcPts val="0"/>
              </a:spcAft>
              <a:buClr>
                <a:schemeClr val="dk1"/>
              </a:buClr>
              <a:buSzPts val="1000"/>
              <a:buFont typeface="Archivo"/>
              <a:buNone/>
              <a:defRPr sz="1000">
                <a:solidFill>
                  <a:schemeClr val="dk1"/>
                </a:solidFill>
              </a:defRPr>
            </a:lvl3pPr>
            <a:lvl4pPr lvl="3" algn="ctr">
              <a:spcBef>
                <a:spcPts val="0"/>
              </a:spcBef>
              <a:spcAft>
                <a:spcPts val="0"/>
              </a:spcAft>
              <a:buClr>
                <a:schemeClr val="dk1"/>
              </a:buClr>
              <a:buSzPts val="1000"/>
              <a:buFont typeface="Archivo"/>
              <a:buNone/>
              <a:defRPr sz="1000">
                <a:solidFill>
                  <a:schemeClr val="dk1"/>
                </a:solidFill>
              </a:defRPr>
            </a:lvl4pPr>
            <a:lvl5pPr lvl="4" algn="ctr">
              <a:spcBef>
                <a:spcPts val="0"/>
              </a:spcBef>
              <a:spcAft>
                <a:spcPts val="0"/>
              </a:spcAft>
              <a:buClr>
                <a:schemeClr val="dk1"/>
              </a:buClr>
              <a:buSzPts val="1000"/>
              <a:buFont typeface="Archivo"/>
              <a:buNone/>
              <a:defRPr sz="1000">
                <a:solidFill>
                  <a:schemeClr val="dk1"/>
                </a:solidFill>
              </a:defRPr>
            </a:lvl5pPr>
            <a:lvl6pPr lvl="5" algn="ctr">
              <a:spcBef>
                <a:spcPts val="0"/>
              </a:spcBef>
              <a:spcAft>
                <a:spcPts val="0"/>
              </a:spcAft>
              <a:buClr>
                <a:schemeClr val="dk1"/>
              </a:buClr>
              <a:buSzPts val="1000"/>
              <a:buFont typeface="Archivo"/>
              <a:buNone/>
              <a:defRPr sz="1000">
                <a:solidFill>
                  <a:schemeClr val="dk1"/>
                </a:solidFill>
              </a:defRPr>
            </a:lvl6pPr>
            <a:lvl7pPr lvl="6" algn="ctr">
              <a:spcBef>
                <a:spcPts val="0"/>
              </a:spcBef>
              <a:spcAft>
                <a:spcPts val="0"/>
              </a:spcAft>
              <a:buClr>
                <a:schemeClr val="dk1"/>
              </a:buClr>
              <a:buSzPts val="1000"/>
              <a:buFont typeface="Archivo"/>
              <a:buNone/>
              <a:defRPr sz="1000">
                <a:solidFill>
                  <a:schemeClr val="dk1"/>
                </a:solidFill>
              </a:defRPr>
            </a:lvl7pPr>
            <a:lvl8pPr lvl="7" algn="ctr">
              <a:spcBef>
                <a:spcPts val="0"/>
              </a:spcBef>
              <a:spcAft>
                <a:spcPts val="0"/>
              </a:spcAft>
              <a:buClr>
                <a:schemeClr val="dk1"/>
              </a:buClr>
              <a:buSzPts val="1000"/>
              <a:buFont typeface="Archivo"/>
              <a:buNone/>
              <a:defRPr sz="1000">
                <a:solidFill>
                  <a:schemeClr val="dk1"/>
                </a:solidFill>
              </a:defRPr>
            </a:lvl8pPr>
            <a:lvl9pPr lvl="8" algn="ctr">
              <a:spcBef>
                <a:spcPts val="0"/>
              </a:spcBef>
              <a:spcAft>
                <a:spcPts val="0"/>
              </a:spcAft>
              <a:buClr>
                <a:schemeClr val="dk1"/>
              </a:buClr>
              <a:buSzPts val="1000"/>
              <a:buFont typeface="Archivo"/>
              <a:buNone/>
              <a:defRPr sz="1000">
                <a:solidFill>
                  <a:schemeClr val="dk1"/>
                </a:solidFill>
              </a:defRPr>
            </a:lvl9pPr>
          </a:lstStyle>
          <a:p/>
        </p:txBody>
      </p:sp>
      <p:sp>
        <p:nvSpPr>
          <p:cNvPr id="117" name="Google Shape;117;p21"/>
          <p:cNvSpPr txBox="1"/>
          <p:nvPr>
            <p:ph idx="8" type="subTitle"/>
          </p:nvPr>
        </p:nvSpPr>
        <p:spPr>
          <a:xfrm>
            <a:off x="5252888" y="1737950"/>
            <a:ext cx="1945500" cy="318600"/>
          </a:xfrm>
          <a:prstGeom prst="rect">
            <a:avLst/>
          </a:prstGeom>
        </p:spPr>
        <p:txBody>
          <a:bodyPr anchorCtr="0" anchor="ctr" bIns="0" lIns="91425" spcFirstLastPara="1" rIns="0" wrap="square" tIns="0">
            <a:noAutofit/>
          </a:bodyPr>
          <a:lstStyle>
            <a:lvl1pPr lvl="0" algn="ctr">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lgn="ctr">
              <a:spcBef>
                <a:spcPts val="0"/>
              </a:spcBef>
              <a:spcAft>
                <a:spcPts val="0"/>
              </a:spcAft>
              <a:buClr>
                <a:schemeClr val="dk1"/>
              </a:buClr>
              <a:buSzPts val="1000"/>
              <a:buFont typeface="Archivo"/>
              <a:buNone/>
              <a:defRPr sz="1000">
                <a:solidFill>
                  <a:schemeClr val="dk1"/>
                </a:solidFill>
              </a:defRPr>
            </a:lvl2pPr>
            <a:lvl3pPr lvl="2" algn="ctr">
              <a:spcBef>
                <a:spcPts val="0"/>
              </a:spcBef>
              <a:spcAft>
                <a:spcPts val="0"/>
              </a:spcAft>
              <a:buClr>
                <a:schemeClr val="dk1"/>
              </a:buClr>
              <a:buSzPts val="1000"/>
              <a:buFont typeface="Archivo"/>
              <a:buNone/>
              <a:defRPr sz="1000">
                <a:solidFill>
                  <a:schemeClr val="dk1"/>
                </a:solidFill>
              </a:defRPr>
            </a:lvl3pPr>
            <a:lvl4pPr lvl="3" algn="ctr">
              <a:spcBef>
                <a:spcPts val="0"/>
              </a:spcBef>
              <a:spcAft>
                <a:spcPts val="0"/>
              </a:spcAft>
              <a:buClr>
                <a:schemeClr val="dk1"/>
              </a:buClr>
              <a:buSzPts val="1000"/>
              <a:buFont typeface="Archivo"/>
              <a:buNone/>
              <a:defRPr sz="1000">
                <a:solidFill>
                  <a:schemeClr val="dk1"/>
                </a:solidFill>
              </a:defRPr>
            </a:lvl4pPr>
            <a:lvl5pPr lvl="4" algn="ctr">
              <a:spcBef>
                <a:spcPts val="0"/>
              </a:spcBef>
              <a:spcAft>
                <a:spcPts val="0"/>
              </a:spcAft>
              <a:buClr>
                <a:schemeClr val="dk1"/>
              </a:buClr>
              <a:buSzPts val="1000"/>
              <a:buFont typeface="Archivo"/>
              <a:buNone/>
              <a:defRPr sz="1000">
                <a:solidFill>
                  <a:schemeClr val="dk1"/>
                </a:solidFill>
              </a:defRPr>
            </a:lvl5pPr>
            <a:lvl6pPr lvl="5" algn="ctr">
              <a:spcBef>
                <a:spcPts val="0"/>
              </a:spcBef>
              <a:spcAft>
                <a:spcPts val="0"/>
              </a:spcAft>
              <a:buClr>
                <a:schemeClr val="dk1"/>
              </a:buClr>
              <a:buSzPts val="1000"/>
              <a:buFont typeface="Archivo"/>
              <a:buNone/>
              <a:defRPr sz="1000">
                <a:solidFill>
                  <a:schemeClr val="dk1"/>
                </a:solidFill>
              </a:defRPr>
            </a:lvl6pPr>
            <a:lvl7pPr lvl="6" algn="ctr">
              <a:spcBef>
                <a:spcPts val="0"/>
              </a:spcBef>
              <a:spcAft>
                <a:spcPts val="0"/>
              </a:spcAft>
              <a:buClr>
                <a:schemeClr val="dk1"/>
              </a:buClr>
              <a:buSzPts val="1000"/>
              <a:buFont typeface="Archivo"/>
              <a:buNone/>
              <a:defRPr sz="1000">
                <a:solidFill>
                  <a:schemeClr val="dk1"/>
                </a:solidFill>
              </a:defRPr>
            </a:lvl7pPr>
            <a:lvl8pPr lvl="7" algn="ctr">
              <a:spcBef>
                <a:spcPts val="0"/>
              </a:spcBef>
              <a:spcAft>
                <a:spcPts val="0"/>
              </a:spcAft>
              <a:buClr>
                <a:schemeClr val="dk1"/>
              </a:buClr>
              <a:buSzPts val="1000"/>
              <a:buFont typeface="Archivo"/>
              <a:buNone/>
              <a:defRPr sz="1000">
                <a:solidFill>
                  <a:schemeClr val="dk1"/>
                </a:solidFill>
              </a:defRPr>
            </a:lvl8pPr>
            <a:lvl9pPr lvl="8" algn="ctr">
              <a:spcBef>
                <a:spcPts val="0"/>
              </a:spcBef>
              <a:spcAft>
                <a:spcPts val="0"/>
              </a:spcAft>
              <a:buClr>
                <a:schemeClr val="dk1"/>
              </a:buClr>
              <a:buSzPts val="1000"/>
              <a:buFont typeface="Archivo"/>
              <a:buNone/>
              <a:defRPr sz="1000">
                <a:solidFill>
                  <a:schemeClr val="dk1"/>
                </a:solidFill>
              </a:defRPr>
            </a:lvl9pPr>
          </a:lstStyle>
          <a:p/>
        </p:txBody>
      </p:sp>
      <p:sp>
        <p:nvSpPr>
          <p:cNvPr id="118" name="Google Shape;118;p21"/>
          <p:cNvSpPr txBox="1"/>
          <p:nvPr>
            <p:ph idx="9" type="subTitle"/>
          </p:nvPr>
        </p:nvSpPr>
        <p:spPr>
          <a:xfrm>
            <a:off x="7198463" y="1737950"/>
            <a:ext cx="1945500" cy="318600"/>
          </a:xfrm>
          <a:prstGeom prst="rect">
            <a:avLst/>
          </a:prstGeom>
        </p:spPr>
        <p:txBody>
          <a:bodyPr anchorCtr="0" anchor="ctr" bIns="0" lIns="91425" spcFirstLastPara="1" rIns="0" wrap="square" tIns="0">
            <a:noAutofit/>
          </a:bodyPr>
          <a:lstStyle>
            <a:lvl1pPr lvl="0" algn="ctr">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lgn="ctr">
              <a:spcBef>
                <a:spcPts val="0"/>
              </a:spcBef>
              <a:spcAft>
                <a:spcPts val="0"/>
              </a:spcAft>
              <a:buClr>
                <a:schemeClr val="dk1"/>
              </a:buClr>
              <a:buSzPts val="1000"/>
              <a:buFont typeface="Archivo"/>
              <a:buNone/>
              <a:defRPr sz="1000">
                <a:solidFill>
                  <a:schemeClr val="dk1"/>
                </a:solidFill>
              </a:defRPr>
            </a:lvl2pPr>
            <a:lvl3pPr lvl="2" algn="ctr">
              <a:spcBef>
                <a:spcPts val="0"/>
              </a:spcBef>
              <a:spcAft>
                <a:spcPts val="0"/>
              </a:spcAft>
              <a:buClr>
                <a:schemeClr val="dk1"/>
              </a:buClr>
              <a:buSzPts val="1000"/>
              <a:buFont typeface="Archivo"/>
              <a:buNone/>
              <a:defRPr sz="1000">
                <a:solidFill>
                  <a:schemeClr val="dk1"/>
                </a:solidFill>
              </a:defRPr>
            </a:lvl3pPr>
            <a:lvl4pPr lvl="3" algn="ctr">
              <a:spcBef>
                <a:spcPts val="0"/>
              </a:spcBef>
              <a:spcAft>
                <a:spcPts val="0"/>
              </a:spcAft>
              <a:buClr>
                <a:schemeClr val="dk1"/>
              </a:buClr>
              <a:buSzPts val="1000"/>
              <a:buFont typeface="Archivo"/>
              <a:buNone/>
              <a:defRPr sz="1000">
                <a:solidFill>
                  <a:schemeClr val="dk1"/>
                </a:solidFill>
              </a:defRPr>
            </a:lvl4pPr>
            <a:lvl5pPr lvl="4" algn="ctr">
              <a:spcBef>
                <a:spcPts val="0"/>
              </a:spcBef>
              <a:spcAft>
                <a:spcPts val="0"/>
              </a:spcAft>
              <a:buClr>
                <a:schemeClr val="dk1"/>
              </a:buClr>
              <a:buSzPts val="1000"/>
              <a:buFont typeface="Archivo"/>
              <a:buNone/>
              <a:defRPr sz="1000">
                <a:solidFill>
                  <a:schemeClr val="dk1"/>
                </a:solidFill>
              </a:defRPr>
            </a:lvl5pPr>
            <a:lvl6pPr lvl="5" algn="ctr">
              <a:spcBef>
                <a:spcPts val="0"/>
              </a:spcBef>
              <a:spcAft>
                <a:spcPts val="0"/>
              </a:spcAft>
              <a:buClr>
                <a:schemeClr val="dk1"/>
              </a:buClr>
              <a:buSzPts val="1000"/>
              <a:buFont typeface="Archivo"/>
              <a:buNone/>
              <a:defRPr sz="1000">
                <a:solidFill>
                  <a:schemeClr val="dk1"/>
                </a:solidFill>
              </a:defRPr>
            </a:lvl6pPr>
            <a:lvl7pPr lvl="6" algn="ctr">
              <a:spcBef>
                <a:spcPts val="0"/>
              </a:spcBef>
              <a:spcAft>
                <a:spcPts val="0"/>
              </a:spcAft>
              <a:buClr>
                <a:schemeClr val="dk1"/>
              </a:buClr>
              <a:buSzPts val="1000"/>
              <a:buFont typeface="Archivo"/>
              <a:buNone/>
              <a:defRPr sz="1000">
                <a:solidFill>
                  <a:schemeClr val="dk1"/>
                </a:solidFill>
              </a:defRPr>
            </a:lvl7pPr>
            <a:lvl8pPr lvl="7" algn="ctr">
              <a:spcBef>
                <a:spcPts val="0"/>
              </a:spcBef>
              <a:spcAft>
                <a:spcPts val="0"/>
              </a:spcAft>
              <a:buClr>
                <a:schemeClr val="dk1"/>
              </a:buClr>
              <a:buSzPts val="1000"/>
              <a:buFont typeface="Archivo"/>
              <a:buNone/>
              <a:defRPr sz="1000">
                <a:solidFill>
                  <a:schemeClr val="dk1"/>
                </a:solidFill>
              </a:defRPr>
            </a:lvl8pPr>
            <a:lvl9pPr lvl="8" algn="ctr">
              <a:spcBef>
                <a:spcPts val="0"/>
              </a:spcBef>
              <a:spcAft>
                <a:spcPts val="0"/>
              </a:spcAft>
              <a:buClr>
                <a:schemeClr val="dk1"/>
              </a:buClr>
              <a:buSzPts val="1000"/>
              <a:buFont typeface="Archivo"/>
              <a:buNone/>
              <a:defRPr sz="1000">
                <a:solidFill>
                  <a:schemeClr val="dk1"/>
                </a:solidFill>
              </a:defRPr>
            </a:lvl9pPr>
          </a:lstStyle>
          <a:p/>
        </p:txBody>
      </p:sp>
      <p:sp>
        <p:nvSpPr>
          <p:cNvPr id="119" name="Google Shape;119;p21"/>
          <p:cNvSpPr txBox="1"/>
          <p:nvPr>
            <p:ph idx="13" type="subTitle"/>
          </p:nvPr>
        </p:nvSpPr>
        <p:spPr>
          <a:xfrm>
            <a:off x="1488550" y="2242500"/>
            <a:ext cx="1698300" cy="7623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a:buNone/>
              <a:defRPr sz="1000">
                <a:solidFill>
                  <a:schemeClr val="dk1"/>
                </a:solidFill>
              </a:defRPr>
            </a:lvl2pPr>
            <a:lvl3pPr lvl="2">
              <a:spcBef>
                <a:spcPts val="0"/>
              </a:spcBef>
              <a:spcAft>
                <a:spcPts val="0"/>
              </a:spcAft>
              <a:buClr>
                <a:schemeClr val="dk1"/>
              </a:buClr>
              <a:buSzPts val="1000"/>
              <a:buFont typeface="Archivo"/>
              <a:buNone/>
              <a:defRPr sz="1000">
                <a:solidFill>
                  <a:schemeClr val="dk1"/>
                </a:solidFill>
              </a:defRPr>
            </a:lvl3pPr>
            <a:lvl4pPr lvl="3">
              <a:spcBef>
                <a:spcPts val="0"/>
              </a:spcBef>
              <a:spcAft>
                <a:spcPts val="0"/>
              </a:spcAft>
              <a:buClr>
                <a:schemeClr val="dk1"/>
              </a:buClr>
              <a:buSzPts val="1000"/>
              <a:buFont typeface="Archivo"/>
              <a:buNone/>
              <a:defRPr sz="1000">
                <a:solidFill>
                  <a:schemeClr val="dk1"/>
                </a:solidFill>
              </a:defRPr>
            </a:lvl4pPr>
            <a:lvl5pPr lvl="4">
              <a:spcBef>
                <a:spcPts val="0"/>
              </a:spcBef>
              <a:spcAft>
                <a:spcPts val="0"/>
              </a:spcAft>
              <a:buClr>
                <a:schemeClr val="dk1"/>
              </a:buClr>
              <a:buSzPts val="1000"/>
              <a:buFont typeface="Archivo"/>
              <a:buNone/>
              <a:defRPr sz="1000">
                <a:solidFill>
                  <a:schemeClr val="dk1"/>
                </a:solidFill>
              </a:defRPr>
            </a:lvl5pPr>
            <a:lvl6pPr lvl="5">
              <a:spcBef>
                <a:spcPts val="0"/>
              </a:spcBef>
              <a:spcAft>
                <a:spcPts val="0"/>
              </a:spcAft>
              <a:buClr>
                <a:schemeClr val="dk1"/>
              </a:buClr>
              <a:buSzPts val="1000"/>
              <a:buFont typeface="Archivo"/>
              <a:buNone/>
              <a:defRPr sz="1000">
                <a:solidFill>
                  <a:schemeClr val="dk1"/>
                </a:solidFill>
              </a:defRPr>
            </a:lvl6pPr>
            <a:lvl7pPr lvl="6">
              <a:spcBef>
                <a:spcPts val="0"/>
              </a:spcBef>
              <a:spcAft>
                <a:spcPts val="0"/>
              </a:spcAft>
              <a:buClr>
                <a:schemeClr val="dk1"/>
              </a:buClr>
              <a:buSzPts val="1000"/>
              <a:buFont typeface="Archivo"/>
              <a:buNone/>
              <a:defRPr sz="1000">
                <a:solidFill>
                  <a:schemeClr val="dk1"/>
                </a:solidFill>
              </a:defRPr>
            </a:lvl7pPr>
            <a:lvl8pPr lvl="7">
              <a:spcBef>
                <a:spcPts val="0"/>
              </a:spcBef>
              <a:spcAft>
                <a:spcPts val="0"/>
              </a:spcAft>
              <a:buClr>
                <a:schemeClr val="dk1"/>
              </a:buClr>
              <a:buSzPts val="1000"/>
              <a:buFont typeface="Archivo"/>
              <a:buNone/>
              <a:defRPr sz="1000">
                <a:solidFill>
                  <a:schemeClr val="dk1"/>
                </a:solidFill>
              </a:defRPr>
            </a:lvl8pPr>
            <a:lvl9pPr lvl="8">
              <a:spcBef>
                <a:spcPts val="0"/>
              </a:spcBef>
              <a:spcAft>
                <a:spcPts val="0"/>
              </a:spcAft>
              <a:buClr>
                <a:schemeClr val="dk1"/>
              </a:buClr>
              <a:buSzPts val="1000"/>
              <a:buFont typeface="Archivo"/>
              <a:buNone/>
              <a:defRPr sz="1000">
                <a:solidFill>
                  <a:schemeClr val="dk1"/>
                </a:solidFill>
              </a:defRPr>
            </a:lvl9pPr>
          </a:lstStyle>
          <a:p/>
        </p:txBody>
      </p:sp>
      <p:sp>
        <p:nvSpPr>
          <p:cNvPr id="120" name="Google Shape;120;p21"/>
          <p:cNvSpPr txBox="1"/>
          <p:nvPr>
            <p:ph idx="14" type="subTitle"/>
          </p:nvPr>
        </p:nvSpPr>
        <p:spPr>
          <a:xfrm>
            <a:off x="3432538" y="2242500"/>
            <a:ext cx="1698300" cy="7623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a:buNone/>
              <a:defRPr sz="1000">
                <a:solidFill>
                  <a:schemeClr val="dk1"/>
                </a:solidFill>
              </a:defRPr>
            </a:lvl2pPr>
            <a:lvl3pPr lvl="2">
              <a:spcBef>
                <a:spcPts val="0"/>
              </a:spcBef>
              <a:spcAft>
                <a:spcPts val="0"/>
              </a:spcAft>
              <a:buClr>
                <a:schemeClr val="dk1"/>
              </a:buClr>
              <a:buSzPts val="1000"/>
              <a:buFont typeface="Archivo"/>
              <a:buNone/>
              <a:defRPr sz="1000">
                <a:solidFill>
                  <a:schemeClr val="dk1"/>
                </a:solidFill>
              </a:defRPr>
            </a:lvl3pPr>
            <a:lvl4pPr lvl="3">
              <a:spcBef>
                <a:spcPts val="0"/>
              </a:spcBef>
              <a:spcAft>
                <a:spcPts val="0"/>
              </a:spcAft>
              <a:buClr>
                <a:schemeClr val="dk1"/>
              </a:buClr>
              <a:buSzPts val="1000"/>
              <a:buFont typeface="Archivo"/>
              <a:buNone/>
              <a:defRPr sz="1000">
                <a:solidFill>
                  <a:schemeClr val="dk1"/>
                </a:solidFill>
              </a:defRPr>
            </a:lvl4pPr>
            <a:lvl5pPr lvl="4">
              <a:spcBef>
                <a:spcPts val="0"/>
              </a:spcBef>
              <a:spcAft>
                <a:spcPts val="0"/>
              </a:spcAft>
              <a:buClr>
                <a:schemeClr val="dk1"/>
              </a:buClr>
              <a:buSzPts val="1000"/>
              <a:buFont typeface="Archivo"/>
              <a:buNone/>
              <a:defRPr sz="1000">
                <a:solidFill>
                  <a:schemeClr val="dk1"/>
                </a:solidFill>
              </a:defRPr>
            </a:lvl5pPr>
            <a:lvl6pPr lvl="5">
              <a:spcBef>
                <a:spcPts val="0"/>
              </a:spcBef>
              <a:spcAft>
                <a:spcPts val="0"/>
              </a:spcAft>
              <a:buClr>
                <a:schemeClr val="dk1"/>
              </a:buClr>
              <a:buSzPts val="1000"/>
              <a:buFont typeface="Archivo"/>
              <a:buNone/>
              <a:defRPr sz="1000">
                <a:solidFill>
                  <a:schemeClr val="dk1"/>
                </a:solidFill>
              </a:defRPr>
            </a:lvl6pPr>
            <a:lvl7pPr lvl="6">
              <a:spcBef>
                <a:spcPts val="0"/>
              </a:spcBef>
              <a:spcAft>
                <a:spcPts val="0"/>
              </a:spcAft>
              <a:buClr>
                <a:schemeClr val="dk1"/>
              </a:buClr>
              <a:buSzPts val="1000"/>
              <a:buFont typeface="Archivo"/>
              <a:buNone/>
              <a:defRPr sz="1000">
                <a:solidFill>
                  <a:schemeClr val="dk1"/>
                </a:solidFill>
              </a:defRPr>
            </a:lvl7pPr>
            <a:lvl8pPr lvl="7">
              <a:spcBef>
                <a:spcPts val="0"/>
              </a:spcBef>
              <a:spcAft>
                <a:spcPts val="0"/>
              </a:spcAft>
              <a:buClr>
                <a:schemeClr val="dk1"/>
              </a:buClr>
              <a:buSzPts val="1000"/>
              <a:buFont typeface="Archivo"/>
              <a:buNone/>
              <a:defRPr sz="1000">
                <a:solidFill>
                  <a:schemeClr val="dk1"/>
                </a:solidFill>
              </a:defRPr>
            </a:lvl8pPr>
            <a:lvl9pPr lvl="8">
              <a:spcBef>
                <a:spcPts val="0"/>
              </a:spcBef>
              <a:spcAft>
                <a:spcPts val="0"/>
              </a:spcAft>
              <a:buClr>
                <a:schemeClr val="dk1"/>
              </a:buClr>
              <a:buSzPts val="1000"/>
              <a:buFont typeface="Archivo"/>
              <a:buNone/>
              <a:defRPr sz="1000">
                <a:solidFill>
                  <a:schemeClr val="dk1"/>
                </a:solidFill>
              </a:defRPr>
            </a:lvl9pPr>
          </a:lstStyle>
          <a:p/>
        </p:txBody>
      </p:sp>
      <p:sp>
        <p:nvSpPr>
          <p:cNvPr id="121" name="Google Shape;121;p21"/>
          <p:cNvSpPr txBox="1"/>
          <p:nvPr>
            <p:ph idx="15" type="subTitle"/>
          </p:nvPr>
        </p:nvSpPr>
        <p:spPr>
          <a:xfrm>
            <a:off x="5374950" y="2242500"/>
            <a:ext cx="1698300" cy="7623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a:buNone/>
              <a:defRPr sz="1000">
                <a:solidFill>
                  <a:schemeClr val="dk1"/>
                </a:solidFill>
              </a:defRPr>
            </a:lvl2pPr>
            <a:lvl3pPr lvl="2">
              <a:spcBef>
                <a:spcPts val="0"/>
              </a:spcBef>
              <a:spcAft>
                <a:spcPts val="0"/>
              </a:spcAft>
              <a:buClr>
                <a:schemeClr val="dk1"/>
              </a:buClr>
              <a:buSzPts val="1000"/>
              <a:buFont typeface="Archivo"/>
              <a:buNone/>
              <a:defRPr sz="1000">
                <a:solidFill>
                  <a:schemeClr val="dk1"/>
                </a:solidFill>
              </a:defRPr>
            </a:lvl3pPr>
            <a:lvl4pPr lvl="3">
              <a:spcBef>
                <a:spcPts val="0"/>
              </a:spcBef>
              <a:spcAft>
                <a:spcPts val="0"/>
              </a:spcAft>
              <a:buClr>
                <a:schemeClr val="dk1"/>
              </a:buClr>
              <a:buSzPts val="1000"/>
              <a:buFont typeface="Archivo"/>
              <a:buNone/>
              <a:defRPr sz="1000">
                <a:solidFill>
                  <a:schemeClr val="dk1"/>
                </a:solidFill>
              </a:defRPr>
            </a:lvl4pPr>
            <a:lvl5pPr lvl="4">
              <a:spcBef>
                <a:spcPts val="0"/>
              </a:spcBef>
              <a:spcAft>
                <a:spcPts val="0"/>
              </a:spcAft>
              <a:buClr>
                <a:schemeClr val="dk1"/>
              </a:buClr>
              <a:buSzPts val="1000"/>
              <a:buFont typeface="Archivo"/>
              <a:buNone/>
              <a:defRPr sz="1000">
                <a:solidFill>
                  <a:schemeClr val="dk1"/>
                </a:solidFill>
              </a:defRPr>
            </a:lvl5pPr>
            <a:lvl6pPr lvl="5">
              <a:spcBef>
                <a:spcPts val="0"/>
              </a:spcBef>
              <a:spcAft>
                <a:spcPts val="0"/>
              </a:spcAft>
              <a:buClr>
                <a:schemeClr val="dk1"/>
              </a:buClr>
              <a:buSzPts val="1000"/>
              <a:buFont typeface="Archivo"/>
              <a:buNone/>
              <a:defRPr sz="1000">
                <a:solidFill>
                  <a:schemeClr val="dk1"/>
                </a:solidFill>
              </a:defRPr>
            </a:lvl6pPr>
            <a:lvl7pPr lvl="6">
              <a:spcBef>
                <a:spcPts val="0"/>
              </a:spcBef>
              <a:spcAft>
                <a:spcPts val="0"/>
              </a:spcAft>
              <a:buClr>
                <a:schemeClr val="dk1"/>
              </a:buClr>
              <a:buSzPts val="1000"/>
              <a:buFont typeface="Archivo"/>
              <a:buNone/>
              <a:defRPr sz="1000">
                <a:solidFill>
                  <a:schemeClr val="dk1"/>
                </a:solidFill>
              </a:defRPr>
            </a:lvl7pPr>
            <a:lvl8pPr lvl="7">
              <a:spcBef>
                <a:spcPts val="0"/>
              </a:spcBef>
              <a:spcAft>
                <a:spcPts val="0"/>
              </a:spcAft>
              <a:buClr>
                <a:schemeClr val="dk1"/>
              </a:buClr>
              <a:buSzPts val="1000"/>
              <a:buFont typeface="Archivo"/>
              <a:buNone/>
              <a:defRPr sz="1000">
                <a:solidFill>
                  <a:schemeClr val="dk1"/>
                </a:solidFill>
              </a:defRPr>
            </a:lvl8pPr>
            <a:lvl9pPr lvl="8">
              <a:spcBef>
                <a:spcPts val="0"/>
              </a:spcBef>
              <a:spcAft>
                <a:spcPts val="0"/>
              </a:spcAft>
              <a:buClr>
                <a:schemeClr val="dk1"/>
              </a:buClr>
              <a:buSzPts val="1000"/>
              <a:buFont typeface="Archivo"/>
              <a:buNone/>
              <a:defRPr sz="1000">
                <a:solidFill>
                  <a:schemeClr val="dk1"/>
                </a:solidFill>
              </a:defRPr>
            </a:lvl9pPr>
          </a:lstStyle>
          <a:p/>
        </p:txBody>
      </p:sp>
      <p:sp>
        <p:nvSpPr>
          <p:cNvPr id="122" name="Google Shape;122;p21"/>
          <p:cNvSpPr txBox="1"/>
          <p:nvPr>
            <p:ph idx="16" type="subTitle"/>
          </p:nvPr>
        </p:nvSpPr>
        <p:spPr>
          <a:xfrm>
            <a:off x="7318938" y="2242500"/>
            <a:ext cx="1698300" cy="7623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a:buNone/>
              <a:defRPr sz="1000">
                <a:solidFill>
                  <a:schemeClr val="dk1"/>
                </a:solidFill>
              </a:defRPr>
            </a:lvl2pPr>
            <a:lvl3pPr lvl="2">
              <a:spcBef>
                <a:spcPts val="0"/>
              </a:spcBef>
              <a:spcAft>
                <a:spcPts val="0"/>
              </a:spcAft>
              <a:buClr>
                <a:schemeClr val="dk1"/>
              </a:buClr>
              <a:buSzPts val="1000"/>
              <a:buFont typeface="Archivo"/>
              <a:buNone/>
              <a:defRPr sz="1000">
                <a:solidFill>
                  <a:schemeClr val="dk1"/>
                </a:solidFill>
              </a:defRPr>
            </a:lvl3pPr>
            <a:lvl4pPr lvl="3">
              <a:spcBef>
                <a:spcPts val="0"/>
              </a:spcBef>
              <a:spcAft>
                <a:spcPts val="0"/>
              </a:spcAft>
              <a:buClr>
                <a:schemeClr val="dk1"/>
              </a:buClr>
              <a:buSzPts val="1000"/>
              <a:buFont typeface="Archivo"/>
              <a:buNone/>
              <a:defRPr sz="1000">
                <a:solidFill>
                  <a:schemeClr val="dk1"/>
                </a:solidFill>
              </a:defRPr>
            </a:lvl4pPr>
            <a:lvl5pPr lvl="4">
              <a:spcBef>
                <a:spcPts val="0"/>
              </a:spcBef>
              <a:spcAft>
                <a:spcPts val="0"/>
              </a:spcAft>
              <a:buClr>
                <a:schemeClr val="dk1"/>
              </a:buClr>
              <a:buSzPts val="1000"/>
              <a:buFont typeface="Archivo"/>
              <a:buNone/>
              <a:defRPr sz="1000">
                <a:solidFill>
                  <a:schemeClr val="dk1"/>
                </a:solidFill>
              </a:defRPr>
            </a:lvl5pPr>
            <a:lvl6pPr lvl="5">
              <a:spcBef>
                <a:spcPts val="0"/>
              </a:spcBef>
              <a:spcAft>
                <a:spcPts val="0"/>
              </a:spcAft>
              <a:buClr>
                <a:schemeClr val="dk1"/>
              </a:buClr>
              <a:buSzPts val="1000"/>
              <a:buFont typeface="Archivo"/>
              <a:buNone/>
              <a:defRPr sz="1000">
                <a:solidFill>
                  <a:schemeClr val="dk1"/>
                </a:solidFill>
              </a:defRPr>
            </a:lvl6pPr>
            <a:lvl7pPr lvl="6">
              <a:spcBef>
                <a:spcPts val="0"/>
              </a:spcBef>
              <a:spcAft>
                <a:spcPts val="0"/>
              </a:spcAft>
              <a:buClr>
                <a:schemeClr val="dk1"/>
              </a:buClr>
              <a:buSzPts val="1000"/>
              <a:buFont typeface="Archivo"/>
              <a:buNone/>
              <a:defRPr sz="1000">
                <a:solidFill>
                  <a:schemeClr val="dk1"/>
                </a:solidFill>
              </a:defRPr>
            </a:lvl7pPr>
            <a:lvl8pPr lvl="7">
              <a:spcBef>
                <a:spcPts val="0"/>
              </a:spcBef>
              <a:spcAft>
                <a:spcPts val="0"/>
              </a:spcAft>
              <a:buClr>
                <a:schemeClr val="dk1"/>
              </a:buClr>
              <a:buSzPts val="1000"/>
              <a:buFont typeface="Archivo"/>
              <a:buNone/>
              <a:defRPr sz="1000">
                <a:solidFill>
                  <a:schemeClr val="dk1"/>
                </a:solidFill>
              </a:defRPr>
            </a:lvl8pPr>
            <a:lvl9pPr lvl="8">
              <a:spcBef>
                <a:spcPts val="0"/>
              </a:spcBef>
              <a:spcAft>
                <a:spcPts val="0"/>
              </a:spcAft>
              <a:buClr>
                <a:schemeClr val="dk1"/>
              </a:buClr>
              <a:buSzPts val="1000"/>
              <a:buFont typeface="Archivo"/>
              <a:buNone/>
              <a:defRPr sz="1000">
                <a:solidFill>
                  <a:schemeClr val="dk1"/>
                </a:solidFill>
              </a:defRPr>
            </a:lvl9pPr>
          </a:lstStyle>
          <a:p/>
        </p:txBody>
      </p:sp>
      <p:sp>
        <p:nvSpPr>
          <p:cNvPr id="123" name="Google Shape;123;p21"/>
          <p:cNvSpPr txBox="1"/>
          <p:nvPr>
            <p:ph idx="17" type="subTitle"/>
          </p:nvPr>
        </p:nvSpPr>
        <p:spPr>
          <a:xfrm>
            <a:off x="1488550" y="3234300"/>
            <a:ext cx="1698300" cy="7623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a:buNone/>
              <a:defRPr sz="1000">
                <a:solidFill>
                  <a:schemeClr val="dk1"/>
                </a:solidFill>
              </a:defRPr>
            </a:lvl2pPr>
            <a:lvl3pPr lvl="2">
              <a:spcBef>
                <a:spcPts val="0"/>
              </a:spcBef>
              <a:spcAft>
                <a:spcPts val="0"/>
              </a:spcAft>
              <a:buClr>
                <a:schemeClr val="dk1"/>
              </a:buClr>
              <a:buSzPts val="1000"/>
              <a:buFont typeface="Archivo"/>
              <a:buNone/>
              <a:defRPr sz="1000">
                <a:solidFill>
                  <a:schemeClr val="dk1"/>
                </a:solidFill>
              </a:defRPr>
            </a:lvl3pPr>
            <a:lvl4pPr lvl="3">
              <a:spcBef>
                <a:spcPts val="0"/>
              </a:spcBef>
              <a:spcAft>
                <a:spcPts val="0"/>
              </a:spcAft>
              <a:buClr>
                <a:schemeClr val="dk1"/>
              </a:buClr>
              <a:buSzPts val="1000"/>
              <a:buFont typeface="Archivo"/>
              <a:buNone/>
              <a:defRPr sz="1000">
                <a:solidFill>
                  <a:schemeClr val="dk1"/>
                </a:solidFill>
              </a:defRPr>
            </a:lvl4pPr>
            <a:lvl5pPr lvl="4">
              <a:spcBef>
                <a:spcPts val="0"/>
              </a:spcBef>
              <a:spcAft>
                <a:spcPts val="0"/>
              </a:spcAft>
              <a:buClr>
                <a:schemeClr val="dk1"/>
              </a:buClr>
              <a:buSzPts val="1000"/>
              <a:buFont typeface="Archivo"/>
              <a:buNone/>
              <a:defRPr sz="1000">
                <a:solidFill>
                  <a:schemeClr val="dk1"/>
                </a:solidFill>
              </a:defRPr>
            </a:lvl5pPr>
            <a:lvl6pPr lvl="5">
              <a:spcBef>
                <a:spcPts val="0"/>
              </a:spcBef>
              <a:spcAft>
                <a:spcPts val="0"/>
              </a:spcAft>
              <a:buClr>
                <a:schemeClr val="dk1"/>
              </a:buClr>
              <a:buSzPts val="1000"/>
              <a:buFont typeface="Archivo"/>
              <a:buNone/>
              <a:defRPr sz="1000">
                <a:solidFill>
                  <a:schemeClr val="dk1"/>
                </a:solidFill>
              </a:defRPr>
            </a:lvl6pPr>
            <a:lvl7pPr lvl="6">
              <a:spcBef>
                <a:spcPts val="0"/>
              </a:spcBef>
              <a:spcAft>
                <a:spcPts val="0"/>
              </a:spcAft>
              <a:buClr>
                <a:schemeClr val="dk1"/>
              </a:buClr>
              <a:buSzPts val="1000"/>
              <a:buFont typeface="Archivo"/>
              <a:buNone/>
              <a:defRPr sz="1000">
                <a:solidFill>
                  <a:schemeClr val="dk1"/>
                </a:solidFill>
              </a:defRPr>
            </a:lvl7pPr>
            <a:lvl8pPr lvl="7">
              <a:spcBef>
                <a:spcPts val="0"/>
              </a:spcBef>
              <a:spcAft>
                <a:spcPts val="0"/>
              </a:spcAft>
              <a:buClr>
                <a:schemeClr val="dk1"/>
              </a:buClr>
              <a:buSzPts val="1000"/>
              <a:buFont typeface="Archivo"/>
              <a:buNone/>
              <a:defRPr sz="1000">
                <a:solidFill>
                  <a:schemeClr val="dk1"/>
                </a:solidFill>
              </a:defRPr>
            </a:lvl8pPr>
            <a:lvl9pPr lvl="8">
              <a:spcBef>
                <a:spcPts val="0"/>
              </a:spcBef>
              <a:spcAft>
                <a:spcPts val="0"/>
              </a:spcAft>
              <a:buClr>
                <a:schemeClr val="dk1"/>
              </a:buClr>
              <a:buSzPts val="1000"/>
              <a:buFont typeface="Archivo"/>
              <a:buNone/>
              <a:defRPr sz="1000">
                <a:solidFill>
                  <a:schemeClr val="dk1"/>
                </a:solidFill>
              </a:defRPr>
            </a:lvl9pPr>
          </a:lstStyle>
          <a:p/>
        </p:txBody>
      </p:sp>
      <p:sp>
        <p:nvSpPr>
          <p:cNvPr id="124" name="Google Shape;124;p21"/>
          <p:cNvSpPr txBox="1"/>
          <p:nvPr>
            <p:ph idx="18" type="subTitle"/>
          </p:nvPr>
        </p:nvSpPr>
        <p:spPr>
          <a:xfrm>
            <a:off x="3432538" y="3234300"/>
            <a:ext cx="1698300" cy="7623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a:buNone/>
              <a:defRPr sz="1000">
                <a:solidFill>
                  <a:schemeClr val="dk1"/>
                </a:solidFill>
              </a:defRPr>
            </a:lvl2pPr>
            <a:lvl3pPr lvl="2">
              <a:spcBef>
                <a:spcPts val="0"/>
              </a:spcBef>
              <a:spcAft>
                <a:spcPts val="0"/>
              </a:spcAft>
              <a:buClr>
                <a:schemeClr val="dk1"/>
              </a:buClr>
              <a:buSzPts val="1000"/>
              <a:buFont typeface="Archivo"/>
              <a:buNone/>
              <a:defRPr sz="1000">
                <a:solidFill>
                  <a:schemeClr val="dk1"/>
                </a:solidFill>
              </a:defRPr>
            </a:lvl3pPr>
            <a:lvl4pPr lvl="3">
              <a:spcBef>
                <a:spcPts val="0"/>
              </a:spcBef>
              <a:spcAft>
                <a:spcPts val="0"/>
              </a:spcAft>
              <a:buClr>
                <a:schemeClr val="dk1"/>
              </a:buClr>
              <a:buSzPts val="1000"/>
              <a:buFont typeface="Archivo"/>
              <a:buNone/>
              <a:defRPr sz="1000">
                <a:solidFill>
                  <a:schemeClr val="dk1"/>
                </a:solidFill>
              </a:defRPr>
            </a:lvl4pPr>
            <a:lvl5pPr lvl="4">
              <a:spcBef>
                <a:spcPts val="0"/>
              </a:spcBef>
              <a:spcAft>
                <a:spcPts val="0"/>
              </a:spcAft>
              <a:buClr>
                <a:schemeClr val="dk1"/>
              </a:buClr>
              <a:buSzPts val="1000"/>
              <a:buFont typeface="Archivo"/>
              <a:buNone/>
              <a:defRPr sz="1000">
                <a:solidFill>
                  <a:schemeClr val="dk1"/>
                </a:solidFill>
              </a:defRPr>
            </a:lvl5pPr>
            <a:lvl6pPr lvl="5">
              <a:spcBef>
                <a:spcPts val="0"/>
              </a:spcBef>
              <a:spcAft>
                <a:spcPts val="0"/>
              </a:spcAft>
              <a:buClr>
                <a:schemeClr val="dk1"/>
              </a:buClr>
              <a:buSzPts val="1000"/>
              <a:buFont typeface="Archivo"/>
              <a:buNone/>
              <a:defRPr sz="1000">
                <a:solidFill>
                  <a:schemeClr val="dk1"/>
                </a:solidFill>
              </a:defRPr>
            </a:lvl6pPr>
            <a:lvl7pPr lvl="6">
              <a:spcBef>
                <a:spcPts val="0"/>
              </a:spcBef>
              <a:spcAft>
                <a:spcPts val="0"/>
              </a:spcAft>
              <a:buClr>
                <a:schemeClr val="dk1"/>
              </a:buClr>
              <a:buSzPts val="1000"/>
              <a:buFont typeface="Archivo"/>
              <a:buNone/>
              <a:defRPr sz="1000">
                <a:solidFill>
                  <a:schemeClr val="dk1"/>
                </a:solidFill>
              </a:defRPr>
            </a:lvl7pPr>
            <a:lvl8pPr lvl="7">
              <a:spcBef>
                <a:spcPts val="0"/>
              </a:spcBef>
              <a:spcAft>
                <a:spcPts val="0"/>
              </a:spcAft>
              <a:buClr>
                <a:schemeClr val="dk1"/>
              </a:buClr>
              <a:buSzPts val="1000"/>
              <a:buFont typeface="Archivo"/>
              <a:buNone/>
              <a:defRPr sz="1000">
                <a:solidFill>
                  <a:schemeClr val="dk1"/>
                </a:solidFill>
              </a:defRPr>
            </a:lvl8pPr>
            <a:lvl9pPr lvl="8">
              <a:spcBef>
                <a:spcPts val="0"/>
              </a:spcBef>
              <a:spcAft>
                <a:spcPts val="0"/>
              </a:spcAft>
              <a:buClr>
                <a:schemeClr val="dk1"/>
              </a:buClr>
              <a:buSzPts val="1000"/>
              <a:buFont typeface="Archivo"/>
              <a:buNone/>
              <a:defRPr sz="1000">
                <a:solidFill>
                  <a:schemeClr val="dk1"/>
                </a:solidFill>
              </a:defRPr>
            </a:lvl9pPr>
          </a:lstStyle>
          <a:p/>
        </p:txBody>
      </p:sp>
      <p:sp>
        <p:nvSpPr>
          <p:cNvPr id="125" name="Google Shape;125;p21"/>
          <p:cNvSpPr txBox="1"/>
          <p:nvPr>
            <p:ph idx="19" type="subTitle"/>
          </p:nvPr>
        </p:nvSpPr>
        <p:spPr>
          <a:xfrm>
            <a:off x="5374950" y="3234300"/>
            <a:ext cx="1698300" cy="7623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a:buNone/>
              <a:defRPr sz="1000">
                <a:solidFill>
                  <a:schemeClr val="dk1"/>
                </a:solidFill>
              </a:defRPr>
            </a:lvl2pPr>
            <a:lvl3pPr lvl="2">
              <a:spcBef>
                <a:spcPts val="0"/>
              </a:spcBef>
              <a:spcAft>
                <a:spcPts val="0"/>
              </a:spcAft>
              <a:buClr>
                <a:schemeClr val="dk1"/>
              </a:buClr>
              <a:buSzPts val="1000"/>
              <a:buFont typeface="Archivo"/>
              <a:buNone/>
              <a:defRPr sz="1000">
                <a:solidFill>
                  <a:schemeClr val="dk1"/>
                </a:solidFill>
              </a:defRPr>
            </a:lvl3pPr>
            <a:lvl4pPr lvl="3">
              <a:spcBef>
                <a:spcPts val="0"/>
              </a:spcBef>
              <a:spcAft>
                <a:spcPts val="0"/>
              </a:spcAft>
              <a:buClr>
                <a:schemeClr val="dk1"/>
              </a:buClr>
              <a:buSzPts val="1000"/>
              <a:buFont typeface="Archivo"/>
              <a:buNone/>
              <a:defRPr sz="1000">
                <a:solidFill>
                  <a:schemeClr val="dk1"/>
                </a:solidFill>
              </a:defRPr>
            </a:lvl4pPr>
            <a:lvl5pPr lvl="4">
              <a:spcBef>
                <a:spcPts val="0"/>
              </a:spcBef>
              <a:spcAft>
                <a:spcPts val="0"/>
              </a:spcAft>
              <a:buClr>
                <a:schemeClr val="dk1"/>
              </a:buClr>
              <a:buSzPts val="1000"/>
              <a:buFont typeface="Archivo"/>
              <a:buNone/>
              <a:defRPr sz="1000">
                <a:solidFill>
                  <a:schemeClr val="dk1"/>
                </a:solidFill>
              </a:defRPr>
            </a:lvl5pPr>
            <a:lvl6pPr lvl="5">
              <a:spcBef>
                <a:spcPts val="0"/>
              </a:spcBef>
              <a:spcAft>
                <a:spcPts val="0"/>
              </a:spcAft>
              <a:buClr>
                <a:schemeClr val="dk1"/>
              </a:buClr>
              <a:buSzPts val="1000"/>
              <a:buFont typeface="Archivo"/>
              <a:buNone/>
              <a:defRPr sz="1000">
                <a:solidFill>
                  <a:schemeClr val="dk1"/>
                </a:solidFill>
              </a:defRPr>
            </a:lvl6pPr>
            <a:lvl7pPr lvl="6">
              <a:spcBef>
                <a:spcPts val="0"/>
              </a:spcBef>
              <a:spcAft>
                <a:spcPts val="0"/>
              </a:spcAft>
              <a:buClr>
                <a:schemeClr val="dk1"/>
              </a:buClr>
              <a:buSzPts val="1000"/>
              <a:buFont typeface="Archivo"/>
              <a:buNone/>
              <a:defRPr sz="1000">
                <a:solidFill>
                  <a:schemeClr val="dk1"/>
                </a:solidFill>
              </a:defRPr>
            </a:lvl7pPr>
            <a:lvl8pPr lvl="7">
              <a:spcBef>
                <a:spcPts val="0"/>
              </a:spcBef>
              <a:spcAft>
                <a:spcPts val="0"/>
              </a:spcAft>
              <a:buClr>
                <a:schemeClr val="dk1"/>
              </a:buClr>
              <a:buSzPts val="1000"/>
              <a:buFont typeface="Archivo"/>
              <a:buNone/>
              <a:defRPr sz="1000">
                <a:solidFill>
                  <a:schemeClr val="dk1"/>
                </a:solidFill>
              </a:defRPr>
            </a:lvl8pPr>
            <a:lvl9pPr lvl="8">
              <a:spcBef>
                <a:spcPts val="0"/>
              </a:spcBef>
              <a:spcAft>
                <a:spcPts val="0"/>
              </a:spcAft>
              <a:buClr>
                <a:schemeClr val="dk1"/>
              </a:buClr>
              <a:buSzPts val="1000"/>
              <a:buFont typeface="Archivo"/>
              <a:buNone/>
              <a:defRPr sz="1000">
                <a:solidFill>
                  <a:schemeClr val="dk1"/>
                </a:solidFill>
              </a:defRPr>
            </a:lvl9pPr>
          </a:lstStyle>
          <a:p/>
        </p:txBody>
      </p:sp>
      <p:sp>
        <p:nvSpPr>
          <p:cNvPr id="126" name="Google Shape;126;p21"/>
          <p:cNvSpPr txBox="1"/>
          <p:nvPr>
            <p:ph idx="20" type="subTitle"/>
          </p:nvPr>
        </p:nvSpPr>
        <p:spPr>
          <a:xfrm>
            <a:off x="7318938" y="3234300"/>
            <a:ext cx="1698300" cy="7623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a:buNone/>
              <a:defRPr sz="1000">
                <a:solidFill>
                  <a:schemeClr val="dk1"/>
                </a:solidFill>
              </a:defRPr>
            </a:lvl2pPr>
            <a:lvl3pPr lvl="2">
              <a:spcBef>
                <a:spcPts val="0"/>
              </a:spcBef>
              <a:spcAft>
                <a:spcPts val="0"/>
              </a:spcAft>
              <a:buClr>
                <a:schemeClr val="dk1"/>
              </a:buClr>
              <a:buSzPts val="1000"/>
              <a:buFont typeface="Archivo"/>
              <a:buNone/>
              <a:defRPr sz="1000">
                <a:solidFill>
                  <a:schemeClr val="dk1"/>
                </a:solidFill>
              </a:defRPr>
            </a:lvl3pPr>
            <a:lvl4pPr lvl="3">
              <a:spcBef>
                <a:spcPts val="0"/>
              </a:spcBef>
              <a:spcAft>
                <a:spcPts val="0"/>
              </a:spcAft>
              <a:buClr>
                <a:schemeClr val="dk1"/>
              </a:buClr>
              <a:buSzPts val="1000"/>
              <a:buFont typeface="Archivo"/>
              <a:buNone/>
              <a:defRPr sz="1000">
                <a:solidFill>
                  <a:schemeClr val="dk1"/>
                </a:solidFill>
              </a:defRPr>
            </a:lvl4pPr>
            <a:lvl5pPr lvl="4">
              <a:spcBef>
                <a:spcPts val="0"/>
              </a:spcBef>
              <a:spcAft>
                <a:spcPts val="0"/>
              </a:spcAft>
              <a:buClr>
                <a:schemeClr val="dk1"/>
              </a:buClr>
              <a:buSzPts val="1000"/>
              <a:buFont typeface="Archivo"/>
              <a:buNone/>
              <a:defRPr sz="1000">
                <a:solidFill>
                  <a:schemeClr val="dk1"/>
                </a:solidFill>
              </a:defRPr>
            </a:lvl5pPr>
            <a:lvl6pPr lvl="5">
              <a:spcBef>
                <a:spcPts val="0"/>
              </a:spcBef>
              <a:spcAft>
                <a:spcPts val="0"/>
              </a:spcAft>
              <a:buClr>
                <a:schemeClr val="dk1"/>
              </a:buClr>
              <a:buSzPts val="1000"/>
              <a:buFont typeface="Archivo"/>
              <a:buNone/>
              <a:defRPr sz="1000">
                <a:solidFill>
                  <a:schemeClr val="dk1"/>
                </a:solidFill>
              </a:defRPr>
            </a:lvl6pPr>
            <a:lvl7pPr lvl="6">
              <a:spcBef>
                <a:spcPts val="0"/>
              </a:spcBef>
              <a:spcAft>
                <a:spcPts val="0"/>
              </a:spcAft>
              <a:buClr>
                <a:schemeClr val="dk1"/>
              </a:buClr>
              <a:buSzPts val="1000"/>
              <a:buFont typeface="Archivo"/>
              <a:buNone/>
              <a:defRPr sz="1000">
                <a:solidFill>
                  <a:schemeClr val="dk1"/>
                </a:solidFill>
              </a:defRPr>
            </a:lvl7pPr>
            <a:lvl8pPr lvl="7">
              <a:spcBef>
                <a:spcPts val="0"/>
              </a:spcBef>
              <a:spcAft>
                <a:spcPts val="0"/>
              </a:spcAft>
              <a:buClr>
                <a:schemeClr val="dk1"/>
              </a:buClr>
              <a:buSzPts val="1000"/>
              <a:buFont typeface="Archivo"/>
              <a:buNone/>
              <a:defRPr sz="1000">
                <a:solidFill>
                  <a:schemeClr val="dk1"/>
                </a:solidFill>
              </a:defRPr>
            </a:lvl8pPr>
            <a:lvl9pPr lvl="8">
              <a:spcBef>
                <a:spcPts val="0"/>
              </a:spcBef>
              <a:spcAft>
                <a:spcPts val="0"/>
              </a:spcAft>
              <a:buClr>
                <a:schemeClr val="dk1"/>
              </a:buClr>
              <a:buSzPts val="1000"/>
              <a:buFont typeface="Archivo"/>
              <a:buNone/>
              <a:defRPr sz="1000">
                <a:solidFill>
                  <a:schemeClr val="dk1"/>
                </a:solidFill>
              </a:defRPr>
            </a:lvl9pPr>
          </a:lstStyle>
          <a:p/>
        </p:txBody>
      </p:sp>
      <p:sp>
        <p:nvSpPr>
          <p:cNvPr id="127" name="Google Shape;127;p21"/>
          <p:cNvSpPr txBox="1"/>
          <p:nvPr>
            <p:ph idx="21" type="subTitle"/>
          </p:nvPr>
        </p:nvSpPr>
        <p:spPr>
          <a:xfrm>
            <a:off x="1488550" y="4182550"/>
            <a:ext cx="1698300" cy="7623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a:buNone/>
              <a:defRPr sz="1000">
                <a:solidFill>
                  <a:schemeClr val="dk1"/>
                </a:solidFill>
              </a:defRPr>
            </a:lvl2pPr>
            <a:lvl3pPr lvl="2">
              <a:spcBef>
                <a:spcPts val="0"/>
              </a:spcBef>
              <a:spcAft>
                <a:spcPts val="0"/>
              </a:spcAft>
              <a:buClr>
                <a:schemeClr val="dk1"/>
              </a:buClr>
              <a:buSzPts val="1000"/>
              <a:buFont typeface="Archivo"/>
              <a:buNone/>
              <a:defRPr sz="1000">
                <a:solidFill>
                  <a:schemeClr val="dk1"/>
                </a:solidFill>
              </a:defRPr>
            </a:lvl3pPr>
            <a:lvl4pPr lvl="3">
              <a:spcBef>
                <a:spcPts val="0"/>
              </a:spcBef>
              <a:spcAft>
                <a:spcPts val="0"/>
              </a:spcAft>
              <a:buClr>
                <a:schemeClr val="dk1"/>
              </a:buClr>
              <a:buSzPts val="1000"/>
              <a:buFont typeface="Archivo"/>
              <a:buNone/>
              <a:defRPr sz="1000">
                <a:solidFill>
                  <a:schemeClr val="dk1"/>
                </a:solidFill>
              </a:defRPr>
            </a:lvl4pPr>
            <a:lvl5pPr lvl="4">
              <a:spcBef>
                <a:spcPts val="0"/>
              </a:spcBef>
              <a:spcAft>
                <a:spcPts val="0"/>
              </a:spcAft>
              <a:buClr>
                <a:schemeClr val="dk1"/>
              </a:buClr>
              <a:buSzPts val="1000"/>
              <a:buFont typeface="Archivo"/>
              <a:buNone/>
              <a:defRPr sz="1000">
                <a:solidFill>
                  <a:schemeClr val="dk1"/>
                </a:solidFill>
              </a:defRPr>
            </a:lvl5pPr>
            <a:lvl6pPr lvl="5">
              <a:spcBef>
                <a:spcPts val="0"/>
              </a:spcBef>
              <a:spcAft>
                <a:spcPts val="0"/>
              </a:spcAft>
              <a:buClr>
                <a:schemeClr val="dk1"/>
              </a:buClr>
              <a:buSzPts val="1000"/>
              <a:buFont typeface="Archivo"/>
              <a:buNone/>
              <a:defRPr sz="1000">
                <a:solidFill>
                  <a:schemeClr val="dk1"/>
                </a:solidFill>
              </a:defRPr>
            </a:lvl6pPr>
            <a:lvl7pPr lvl="6">
              <a:spcBef>
                <a:spcPts val="0"/>
              </a:spcBef>
              <a:spcAft>
                <a:spcPts val="0"/>
              </a:spcAft>
              <a:buClr>
                <a:schemeClr val="dk1"/>
              </a:buClr>
              <a:buSzPts val="1000"/>
              <a:buFont typeface="Archivo"/>
              <a:buNone/>
              <a:defRPr sz="1000">
                <a:solidFill>
                  <a:schemeClr val="dk1"/>
                </a:solidFill>
              </a:defRPr>
            </a:lvl7pPr>
            <a:lvl8pPr lvl="7">
              <a:spcBef>
                <a:spcPts val="0"/>
              </a:spcBef>
              <a:spcAft>
                <a:spcPts val="0"/>
              </a:spcAft>
              <a:buClr>
                <a:schemeClr val="dk1"/>
              </a:buClr>
              <a:buSzPts val="1000"/>
              <a:buFont typeface="Archivo"/>
              <a:buNone/>
              <a:defRPr sz="1000">
                <a:solidFill>
                  <a:schemeClr val="dk1"/>
                </a:solidFill>
              </a:defRPr>
            </a:lvl8pPr>
            <a:lvl9pPr lvl="8">
              <a:spcBef>
                <a:spcPts val="0"/>
              </a:spcBef>
              <a:spcAft>
                <a:spcPts val="0"/>
              </a:spcAft>
              <a:buClr>
                <a:schemeClr val="dk1"/>
              </a:buClr>
              <a:buSzPts val="1000"/>
              <a:buFont typeface="Archivo"/>
              <a:buNone/>
              <a:defRPr sz="1000">
                <a:solidFill>
                  <a:schemeClr val="dk1"/>
                </a:solidFill>
              </a:defRPr>
            </a:lvl9pPr>
          </a:lstStyle>
          <a:p/>
        </p:txBody>
      </p:sp>
      <p:sp>
        <p:nvSpPr>
          <p:cNvPr id="128" name="Google Shape;128;p21"/>
          <p:cNvSpPr txBox="1"/>
          <p:nvPr>
            <p:ph idx="22" type="subTitle"/>
          </p:nvPr>
        </p:nvSpPr>
        <p:spPr>
          <a:xfrm>
            <a:off x="3432538" y="4182550"/>
            <a:ext cx="1698300" cy="7623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a:buNone/>
              <a:defRPr sz="1000">
                <a:solidFill>
                  <a:schemeClr val="dk1"/>
                </a:solidFill>
              </a:defRPr>
            </a:lvl2pPr>
            <a:lvl3pPr lvl="2">
              <a:spcBef>
                <a:spcPts val="0"/>
              </a:spcBef>
              <a:spcAft>
                <a:spcPts val="0"/>
              </a:spcAft>
              <a:buClr>
                <a:schemeClr val="dk1"/>
              </a:buClr>
              <a:buSzPts val="1000"/>
              <a:buFont typeface="Archivo"/>
              <a:buNone/>
              <a:defRPr sz="1000">
                <a:solidFill>
                  <a:schemeClr val="dk1"/>
                </a:solidFill>
              </a:defRPr>
            </a:lvl3pPr>
            <a:lvl4pPr lvl="3">
              <a:spcBef>
                <a:spcPts val="0"/>
              </a:spcBef>
              <a:spcAft>
                <a:spcPts val="0"/>
              </a:spcAft>
              <a:buClr>
                <a:schemeClr val="dk1"/>
              </a:buClr>
              <a:buSzPts val="1000"/>
              <a:buFont typeface="Archivo"/>
              <a:buNone/>
              <a:defRPr sz="1000">
                <a:solidFill>
                  <a:schemeClr val="dk1"/>
                </a:solidFill>
              </a:defRPr>
            </a:lvl4pPr>
            <a:lvl5pPr lvl="4">
              <a:spcBef>
                <a:spcPts val="0"/>
              </a:spcBef>
              <a:spcAft>
                <a:spcPts val="0"/>
              </a:spcAft>
              <a:buClr>
                <a:schemeClr val="dk1"/>
              </a:buClr>
              <a:buSzPts val="1000"/>
              <a:buFont typeface="Archivo"/>
              <a:buNone/>
              <a:defRPr sz="1000">
                <a:solidFill>
                  <a:schemeClr val="dk1"/>
                </a:solidFill>
              </a:defRPr>
            </a:lvl5pPr>
            <a:lvl6pPr lvl="5">
              <a:spcBef>
                <a:spcPts val="0"/>
              </a:spcBef>
              <a:spcAft>
                <a:spcPts val="0"/>
              </a:spcAft>
              <a:buClr>
                <a:schemeClr val="dk1"/>
              </a:buClr>
              <a:buSzPts val="1000"/>
              <a:buFont typeface="Archivo"/>
              <a:buNone/>
              <a:defRPr sz="1000">
                <a:solidFill>
                  <a:schemeClr val="dk1"/>
                </a:solidFill>
              </a:defRPr>
            </a:lvl6pPr>
            <a:lvl7pPr lvl="6">
              <a:spcBef>
                <a:spcPts val="0"/>
              </a:spcBef>
              <a:spcAft>
                <a:spcPts val="0"/>
              </a:spcAft>
              <a:buClr>
                <a:schemeClr val="dk1"/>
              </a:buClr>
              <a:buSzPts val="1000"/>
              <a:buFont typeface="Archivo"/>
              <a:buNone/>
              <a:defRPr sz="1000">
                <a:solidFill>
                  <a:schemeClr val="dk1"/>
                </a:solidFill>
              </a:defRPr>
            </a:lvl7pPr>
            <a:lvl8pPr lvl="7">
              <a:spcBef>
                <a:spcPts val="0"/>
              </a:spcBef>
              <a:spcAft>
                <a:spcPts val="0"/>
              </a:spcAft>
              <a:buClr>
                <a:schemeClr val="dk1"/>
              </a:buClr>
              <a:buSzPts val="1000"/>
              <a:buFont typeface="Archivo"/>
              <a:buNone/>
              <a:defRPr sz="1000">
                <a:solidFill>
                  <a:schemeClr val="dk1"/>
                </a:solidFill>
              </a:defRPr>
            </a:lvl8pPr>
            <a:lvl9pPr lvl="8">
              <a:spcBef>
                <a:spcPts val="0"/>
              </a:spcBef>
              <a:spcAft>
                <a:spcPts val="0"/>
              </a:spcAft>
              <a:buClr>
                <a:schemeClr val="dk1"/>
              </a:buClr>
              <a:buSzPts val="1000"/>
              <a:buFont typeface="Archivo"/>
              <a:buNone/>
              <a:defRPr sz="1000">
                <a:solidFill>
                  <a:schemeClr val="dk1"/>
                </a:solidFill>
              </a:defRPr>
            </a:lvl9pPr>
          </a:lstStyle>
          <a:p/>
        </p:txBody>
      </p:sp>
      <p:sp>
        <p:nvSpPr>
          <p:cNvPr id="129" name="Google Shape;129;p21"/>
          <p:cNvSpPr txBox="1"/>
          <p:nvPr>
            <p:ph idx="23" type="subTitle"/>
          </p:nvPr>
        </p:nvSpPr>
        <p:spPr>
          <a:xfrm>
            <a:off x="5374950" y="4182550"/>
            <a:ext cx="1698300" cy="7623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a:buNone/>
              <a:defRPr sz="1000">
                <a:solidFill>
                  <a:schemeClr val="dk1"/>
                </a:solidFill>
              </a:defRPr>
            </a:lvl2pPr>
            <a:lvl3pPr lvl="2">
              <a:spcBef>
                <a:spcPts val="0"/>
              </a:spcBef>
              <a:spcAft>
                <a:spcPts val="0"/>
              </a:spcAft>
              <a:buClr>
                <a:schemeClr val="dk1"/>
              </a:buClr>
              <a:buSzPts val="1000"/>
              <a:buFont typeface="Archivo"/>
              <a:buNone/>
              <a:defRPr sz="1000">
                <a:solidFill>
                  <a:schemeClr val="dk1"/>
                </a:solidFill>
              </a:defRPr>
            </a:lvl3pPr>
            <a:lvl4pPr lvl="3">
              <a:spcBef>
                <a:spcPts val="0"/>
              </a:spcBef>
              <a:spcAft>
                <a:spcPts val="0"/>
              </a:spcAft>
              <a:buClr>
                <a:schemeClr val="dk1"/>
              </a:buClr>
              <a:buSzPts val="1000"/>
              <a:buFont typeface="Archivo"/>
              <a:buNone/>
              <a:defRPr sz="1000">
                <a:solidFill>
                  <a:schemeClr val="dk1"/>
                </a:solidFill>
              </a:defRPr>
            </a:lvl4pPr>
            <a:lvl5pPr lvl="4">
              <a:spcBef>
                <a:spcPts val="0"/>
              </a:spcBef>
              <a:spcAft>
                <a:spcPts val="0"/>
              </a:spcAft>
              <a:buClr>
                <a:schemeClr val="dk1"/>
              </a:buClr>
              <a:buSzPts val="1000"/>
              <a:buFont typeface="Archivo"/>
              <a:buNone/>
              <a:defRPr sz="1000">
                <a:solidFill>
                  <a:schemeClr val="dk1"/>
                </a:solidFill>
              </a:defRPr>
            </a:lvl5pPr>
            <a:lvl6pPr lvl="5">
              <a:spcBef>
                <a:spcPts val="0"/>
              </a:spcBef>
              <a:spcAft>
                <a:spcPts val="0"/>
              </a:spcAft>
              <a:buClr>
                <a:schemeClr val="dk1"/>
              </a:buClr>
              <a:buSzPts val="1000"/>
              <a:buFont typeface="Archivo"/>
              <a:buNone/>
              <a:defRPr sz="1000">
                <a:solidFill>
                  <a:schemeClr val="dk1"/>
                </a:solidFill>
              </a:defRPr>
            </a:lvl6pPr>
            <a:lvl7pPr lvl="6">
              <a:spcBef>
                <a:spcPts val="0"/>
              </a:spcBef>
              <a:spcAft>
                <a:spcPts val="0"/>
              </a:spcAft>
              <a:buClr>
                <a:schemeClr val="dk1"/>
              </a:buClr>
              <a:buSzPts val="1000"/>
              <a:buFont typeface="Archivo"/>
              <a:buNone/>
              <a:defRPr sz="1000">
                <a:solidFill>
                  <a:schemeClr val="dk1"/>
                </a:solidFill>
              </a:defRPr>
            </a:lvl7pPr>
            <a:lvl8pPr lvl="7">
              <a:spcBef>
                <a:spcPts val="0"/>
              </a:spcBef>
              <a:spcAft>
                <a:spcPts val="0"/>
              </a:spcAft>
              <a:buClr>
                <a:schemeClr val="dk1"/>
              </a:buClr>
              <a:buSzPts val="1000"/>
              <a:buFont typeface="Archivo"/>
              <a:buNone/>
              <a:defRPr sz="1000">
                <a:solidFill>
                  <a:schemeClr val="dk1"/>
                </a:solidFill>
              </a:defRPr>
            </a:lvl8pPr>
            <a:lvl9pPr lvl="8">
              <a:spcBef>
                <a:spcPts val="0"/>
              </a:spcBef>
              <a:spcAft>
                <a:spcPts val="0"/>
              </a:spcAft>
              <a:buClr>
                <a:schemeClr val="dk1"/>
              </a:buClr>
              <a:buSzPts val="1000"/>
              <a:buFont typeface="Archivo"/>
              <a:buNone/>
              <a:defRPr sz="1000">
                <a:solidFill>
                  <a:schemeClr val="dk1"/>
                </a:solidFill>
              </a:defRPr>
            </a:lvl9pPr>
          </a:lstStyle>
          <a:p/>
        </p:txBody>
      </p:sp>
      <p:sp>
        <p:nvSpPr>
          <p:cNvPr id="130" name="Google Shape;130;p21"/>
          <p:cNvSpPr txBox="1"/>
          <p:nvPr>
            <p:ph idx="24" type="subTitle"/>
          </p:nvPr>
        </p:nvSpPr>
        <p:spPr>
          <a:xfrm>
            <a:off x="7318938" y="4182550"/>
            <a:ext cx="1698300" cy="7623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a:buNone/>
              <a:defRPr sz="1000">
                <a:solidFill>
                  <a:schemeClr val="dk1"/>
                </a:solidFill>
              </a:defRPr>
            </a:lvl2pPr>
            <a:lvl3pPr lvl="2">
              <a:spcBef>
                <a:spcPts val="0"/>
              </a:spcBef>
              <a:spcAft>
                <a:spcPts val="0"/>
              </a:spcAft>
              <a:buClr>
                <a:schemeClr val="dk1"/>
              </a:buClr>
              <a:buSzPts val="1000"/>
              <a:buFont typeface="Archivo"/>
              <a:buNone/>
              <a:defRPr sz="1000">
                <a:solidFill>
                  <a:schemeClr val="dk1"/>
                </a:solidFill>
              </a:defRPr>
            </a:lvl3pPr>
            <a:lvl4pPr lvl="3">
              <a:spcBef>
                <a:spcPts val="0"/>
              </a:spcBef>
              <a:spcAft>
                <a:spcPts val="0"/>
              </a:spcAft>
              <a:buClr>
                <a:schemeClr val="dk1"/>
              </a:buClr>
              <a:buSzPts val="1000"/>
              <a:buFont typeface="Archivo"/>
              <a:buNone/>
              <a:defRPr sz="1000">
                <a:solidFill>
                  <a:schemeClr val="dk1"/>
                </a:solidFill>
              </a:defRPr>
            </a:lvl4pPr>
            <a:lvl5pPr lvl="4">
              <a:spcBef>
                <a:spcPts val="0"/>
              </a:spcBef>
              <a:spcAft>
                <a:spcPts val="0"/>
              </a:spcAft>
              <a:buClr>
                <a:schemeClr val="dk1"/>
              </a:buClr>
              <a:buSzPts val="1000"/>
              <a:buFont typeface="Archivo"/>
              <a:buNone/>
              <a:defRPr sz="1000">
                <a:solidFill>
                  <a:schemeClr val="dk1"/>
                </a:solidFill>
              </a:defRPr>
            </a:lvl5pPr>
            <a:lvl6pPr lvl="5">
              <a:spcBef>
                <a:spcPts val="0"/>
              </a:spcBef>
              <a:spcAft>
                <a:spcPts val="0"/>
              </a:spcAft>
              <a:buClr>
                <a:schemeClr val="dk1"/>
              </a:buClr>
              <a:buSzPts val="1000"/>
              <a:buFont typeface="Archivo"/>
              <a:buNone/>
              <a:defRPr sz="1000">
                <a:solidFill>
                  <a:schemeClr val="dk1"/>
                </a:solidFill>
              </a:defRPr>
            </a:lvl6pPr>
            <a:lvl7pPr lvl="6">
              <a:spcBef>
                <a:spcPts val="0"/>
              </a:spcBef>
              <a:spcAft>
                <a:spcPts val="0"/>
              </a:spcAft>
              <a:buClr>
                <a:schemeClr val="dk1"/>
              </a:buClr>
              <a:buSzPts val="1000"/>
              <a:buFont typeface="Archivo"/>
              <a:buNone/>
              <a:defRPr sz="1000">
                <a:solidFill>
                  <a:schemeClr val="dk1"/>
                </a:solidFill>
              </a:defRPr>
            </a:lvl7pPr>
            <a:lvl8pPr lvl="7">
              <a:spcBef>
                <a:spcPts val="0"/>
              </a:spcBef>
              <a:spcAft>
                <a:spcPts val="0"/>
              </a:spcAft>
              <a:buClr>
                <a:schemeClr val="dk1"/>
              </a:buClr>
              <a:buSzPts val="1000"/>
              <a:buFont typeface="Archivo"/>
              <a:buNone/>
              <a:defRPr sz="1000">
                <a:solidFill>
                  <a:schemeClr val="dk1"/>
                </a:solidFill>
              </a:defRPr>
            </a:lvl8pPr>
            <a:lvl9pPr lvl="8">
              <a:spcBef>
                <a:spcPts val="0"/>
              </a:spcBef>
              <a:spcAft>
                <a:spcPts val="0"/>
              </a:spcAft>
              <a:buClr>
                <a:schemeClr val="dk1"/>
              </a:buClr>
              <a:buSzPts val="1000"/>
              <a:buFont typeface="Archivo"/>
              <a:buNone/>
              <a:defRPr sz="1000">
                <a:solidFill>
                  <a:schemeClr val="dk1"/>
                </a:solidFill>
              </a:defRPr>
            </a:lvl9pPr>
          </a:lstStyle>
          <a:p/>
        </p:txBody>
      </p:sp>
      <p:sp>
        <p:nvSpPr>
          <p:cNvPr id="131" name="Google Shape;131;p21"/>
          <p:cNvSpPr txBox="1"/>
          <p:nvPr>
            <p:ph type="title"/>
          </p:nvPr>
        </p:nvSpPr>
        <p:spPr>
          <a:xfrm>
            <a:off x="357700" y="1066100"/>
            <a:ext cx="6243300" cy="455100"/>
          </a:xfrm>
          <a:prstGeom prst="rect">
            <a:avLst/>
          </a:prstGeom>
        </p:spPr>
        <p:txBody>
          <a:bodyPr anchorCtr="0" anchor="t" bIns="137150" lIns="0" spcFirstLastPara="1" rIns="0" wrap="square" tIns="137150">
            <a:normAutofit/>
          </a:bodyPr>
          <a:lstStyle>
            <a:lvl1pPr lvl="0">
              <a:spcBef>
                <a:spcPts val="0"/>
              </a:spcBef>
              <a:spcAft>
                <a:spcPts val="0"/>
              </a:spcAft>
              <a:buClr>
                <a:schemeClr val="dk1"/>
              </a:buClr>
              <a:buSzPts val="1000"/>
              <a:buFont typeface="Archivo SemiBold"/>
              <a:buNone/>
              <a:defRPr>
                <a:latin typeface="Archivo SemiBold"/>
                <a:ea typeface="Archivo SemiBold"/>
                <a:cs typeface="Archivo SemiBold"/>
                <a:sym typeface="Archivo SemiBold"/>
              </a:defRPr>
            </a:lvl1pPr>
            <a:lvl2pPr lvl="1">
              <a:spcBef>
                <a:spcPts val="0"/>
              </a:spcBef>
              <a:spcAft>
                <a:spcPts val="0"/>
              </a:spcAft>
              <a:buSzPts val="1400"/>
              <a:buFont typeface="Archivo SemiBold"/>
              <a:buNone/>
              <a:defRPr>
                <a:latin typeface="Archivo SemiBold"/>
                <a:ea typeface="Archivo SemiBold"/>
                <a:cs typeface="Archivo SemiBold"/>
                <a:sym typeface="Archivo SemiBold"/>
              </a:defRPr>
            </a:lvl2pPr>
            <a:lvl3pPr lvl="2">
              <a:spcBef>
                <a:spcPts val="0"/>
              </a:spcBef>
              <a:spcAft>
                <a:spcPts val="0"/>
              </a:spcAft>
              <a:buSzPts val="1400"/>
              <a:buFont typeface="Archivo SemiBold"/>
              <a:buNone/>
              <a:defRPr>
                <a:latin typeface="Archivo SemiBold"/>
                <a:ea typeface="Archivo SemiBold"/>
                <a:cs typeface="Archivo SemiBold"/>
                <a:sym typeface="Archivo SemiBold"/>
              </a:defRPr>
            </a:lvl3pPr>
            <a:lvl4pPr lvl="3">
              <a:spcBef>
                <a:spcPts val="0"/>
              </a:spcBef>
              <a:spcAft>
                <a:spcPts val="0"/>
              </a:spcAft>
              <a:buSzPts val="1400"/>
              <a:buFont typeface="Archivo SemiBold"/>
              <a:buNone/>
              <a:defRPr>
                <a:latin typeface="Archivo SemiBold"/>
                <a:ea typeface="Archivo SemiBold"/>
                <a:cs typeface="Archivo SemiBold"/>
                <a:sym typeface="Archivo SemiBold"/>
              </a:defRPr>
            </a:lvl4pPr>
            <a:lvl5pPr lvl="4">
              <a:spcBef>
                <a:spcPts val="0"/>
              </a:spcBef>
              <a:spcAft>
                <a:spcPts val="0"/>
              </a:spcAft>
              <a:buSzPts val="1400"/>
              <a:buFont typeface="Archivo SemiBold"/>
              <a:buNone/>
              <a:defRPr>
                <a:latin typeface="Archivo SemiBold"/>
                <a:ea typeface="Archivo SemiBold"/>
                <a:cs typeface="Archivo SemiBold"/>
                <a:sym typeface="Archivo SemiBold"/>
              </a:defRPr>
            </a:lvl5pPr>
            <a:lvl6pPr lvl="5">
              <a:spcBef>
                <a:spcPts val="0"/>
              </a:spcBef>
              <a:spcAft>
                <a:spcPts val="0"/>
              </a:spcAft>
              <a:buSzPts val="1400"/>
              <a:buFont typeface="Archivo SemiBold"/>
              <a:buNone/>
              <a:defRPr>
                <a:latin typeface="Archivo SemiBold"/>
                <a:ea typeface="Archivo SemiBold"/>
                <a:cs typeface="Archivo SemiBold"/>
                <a:sym typeface="Archivo SemiBold"/>
              </a:defRPr>
            </a:lvl6pPr>
            <a:lvl7pPr lvl="6">
              <a:spcBef>
                <a:spcPts val="0"/>
              </a:spcBef>
              <a:spcAft>
                <a:spcPts val="0"/>
              </a:spcAft>
              <a:buSzPts val="1400"/>
              <a:buFont typeface="Archivo SemiBold"/>
              <a:buNone/>
              <a:defRPr>
                <a:latin typeface="Archivo SemiBold"/>
                <a:ea typeface="Archivo SemiBold"/>
                <a:cs typeface="Archivo SemiBold"/>
                <a:sym typeface="Archivo SemiBold"/>
              </a:defRPr>
            </a:lvl7pPr>
            <a:lvl8pPr lvl="7">
              <a:spcBef>
                <a:spcPts val="0"/>
              </a:spcBef>
              <a:spcAft>
                <a:spcPts val="0"/>
              </a:spcAft>
              <a:buSzPts val="1400"/>
              <a:buFont typeface="Archivo SemiBold"/>
              <a:buNone/>
              <a:defRPr>
                <a:latin typeface="Archivo SemiBold"/>
                <a:ea typeface="Archivo SemiBold"/>
                <a:cs typeface="Archivo SemiBold"/>
                <a:sym typeface="Archivo SemiBold"/>
              </a:defRPr>
            </a:lvl8pPr>
            <a:lvl9pPr lvl="8">
              <a:spcBef>
                <a:spcPts val="0"/>
              </a:spcBef>
              <a:spcAft>
                <a:spcPts val="0"/>
              </a:spcAft>
              <a:buSzPts val="1400"/>
              <a:buFont typeface="Archivo SemiBold"/>
              <a:buNone/>
              <a:defRPr>
                <a:latin typeface="Archivo SemiBold"/>
                <a:ea typeface="Archivo SemiBold"/>
                <a:cs typeface="Archivo SemiBold"/>
                <a:sym typeface="Archivo SemiBold"/>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venue model">
  <p:cSld name="BLANK_1_1_1_1_1_1_1_1_1_1_1_2_1_2">
    <p:bg>
      <p:bgPr>
        <a:solidFill>
          <a:schemeClr val="dk1"/>
        </a:solidFill>
      </p:bgPr>
    </p:bg>
    <p:spTree>
      <p:nvGrpSpPr>
        <p:cNvPr id="132" name="Shape 132"/>
        <p:cNvGrpSpPr/>
        <p:nvPr/>
      </p:nvGrpSpPr>
      <p:grpSpPr>
        <a:xfrm>
          <a:off x="0" y="0"/>
          <a:ext cx="0" cy="0"/>
          <a:chOff x="0" y="0"/>
          <a:chExt cx="0" cy="0"/>
        </a:xfrm>
      </p:grpSpPr>
      <p:pic>
        <p:nvPicPr>
          <p:cNvPr id="133" name="Google Shape;133;p22"/>
          <p:cNvPicPr preferRelativeResize="0"/>
          <p:nvPr/>
        </p:nvPicPr>
        <p:blipFill>
          <a:blip r:embed="rId2">
            <a:alphaModFix/>
          </a:blip>
          <a:stretch>
            <a:fillRect/>
          </a:stretch>
        </p:blipFill>
        <p:spPr>
          <a:xfrm>
            <a:off x="0" y="0"/>
            <a:ext cx="9144000" cy="5143500"/>
          </a:xfrm>
          <a:prstGeom prst="rect">
            <a:avLst/>
          </a:prstGeom>
          <a:noFill/>
          <a:ln>
            <a:noFill/>
          </a:ln>
        </p:spPr>
      </p:pic>
      <p:sp>
        <p:nvSpPr>
          <p:cNvPr id="134" name="Google Shape;134;p22"/>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Archivo"/>
                <a:ea typeface="Archivo"/>
                <a:cs typeface="Archivo"/>
                <a:sym typeface="Archivo"/>
              </a:defRPr>
            </a:lvl1pPr>
            <a:lvl2pPr lvl="1" algn="r">
              <a:buNone/>
              <a:defRPr sz="700">
                <a:solidFill>
                  <a:schemeClr val="dk1"/>
                </a:solidFill>
                <a:latin typeface="Archivo"/>
                <a:ea typeface="Archivo"/>
                <a:cs typeface="Archivo"/>
                <a:sym typeface="Archivo"/>
              </a:defRPr>
            </a:lvl2pPr>
            <a:lvl3pPr lvl="2" algn="r">
              <a:buNone/>
              <a:defRPr sz="700">
                <a:solidFill>
                  <a:schemeClr val="dk1"/>
                </a:solidFill>
                <a:latin typeface="Archivo"/>
                <a:ea typeface="Archivo"/>
                <a:cs typeface="Archivo"/>
                <a:sym typeface="Archivo"/>
              </a:defRPr>
            </a:lvl3pPr>
            <a:lvl4pPr lvl="3" algn="r">
              <a:buNone/>
              <a:defRPr sz="700">
                <a:solidFill>
                  <a:schemeClr val="dk1"/>
                </a:solidFill>
                <a:latin typeface="Archivo"/>
                <a:ea typeface="Archivo"/>
                <a:cs typeface="Archivo"/>
                <a:sym typeface="Archivo"/>
              </a:defRPr>
            </a:lvl4pPr>
            <a:lvl5pPr lvl="4" algn="r">
              <a:buNone/>
              <a:defRPr sz="700">
                <a:solidFill>
                  <a:schemeClr val="dk1"/>
                </a:solidFill>
                <a:latin typeface="Archivo"/>
                <a:ea typeface="Archivo"/>
                <a:cs typeface="Archivo"/>
                <a:sym typeface="Archivo"/>
              </a:defRPr>
            </a:lvl5pPr>
            <a:lvl6pPr lvl="5" algn="r">
              <a:buNone/>
              <a:defRPr sz="700">
                <a:solidFill>
                  <a:schemeClr val="dk1"/>
                </a:solidFill>
                <a:latin typeface="Archivo"/>
                <a:ea typeface="Archivo"/>
                <a:cs typeface="Archivo"/>
                <a:sym typeface="Archivo"/>
              </a:defRPr>
            </a:lvl6pPr>
            <a:lvl7pPr lvl="6" algn="r">
              <a:buNone/>
              <a:defRPr sz="700">
                <a:solidFill>
                  <a:schemeClr val="dk1"/>
                </a:solidFill>
                <a:latin typeface="Archivo"/>
                <a:ea typeface="Archivo"/>
                <a:cs typeface="Archivo"/>
                <a:sym typeface="Archivo"/>
              </a:defRPr>
            </a:lvl7pPr>
            <a:lvl8pPr lvl="7" algn="r">
              <a:buNone/>
              <a:defRPr sz="700">
                <a:solidFill>
                  <a:schemeClr val="dk1"/>
                </a:solidFill>
                <a:latin typeface="Archivo"/>
                <a:ea typeface="Archivo"/>
                <a:cs typeface="Archivo"/>
                <a:sym typeface="Archivo"/>
              </a:defRPr>
            </a:lvl8pPr>
            <a:lvl9pPr lvl="8" algn="r">
              <a:buNone/>
              <a:defRPr sz="700">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
        <p:nvSpPr>
          <p:cNvPr id="135" name="Google Shape;135;p22"/>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Archivo"/>
              <a:buNone/>
              <a:defRPr sz="7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
        <p:nvSpPr>
          <p:cNvPr id="136" name="Google Shape;136;p22"/>
          <p:cNvSpPr txBox="1"/>
          <p:nvPr>
            <p:ph idx="2" type="subTitle"/>
          </p:nvPr>
        </p:nvSpPr>
        <p:spPr>
          <a:xfrm>
            <a:off x="593274" y="3168375"/>
            <a:ext cx="1248000" cy="4548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Archivo"/>
              <a:buNone/>
              <a:defRPr sz="10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
        <p:nvSpPr>
          <p:cNvPr id="137" name="Google Shape;137;p22"/>
          <p:cNvSpPr txBox="1"/>
          <p:nvPr>
            <p:ph idx="3" type="subTitle"/>
          </p:nvPr>
        </p:nvSpPr>
        <p:spPr>
          <a:xfrm>
            <a:off x="593275" y="3700700"/>
            <a:ext cx="1248000" cy="1078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Archivo"/>
              <a:buNone/>
              <a:defRPr sz="10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
        <p:nvSpPr>
          <p:cNvPr id="138" name="Google Shape;138;p22"/>
          <p:cNvSpPr txBox="1"/>
          <p:nvPr>
            <p:ph hasCustomPrompt="1" type="title"/>
          </p:nvPr>
        </p:nvSpPr>
        <p:spPr>
          <a:xfrm>
            <a:off x="418825" y="2066025"/>
            <a:ext cx="1577100" cy="8541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dk1"/>
              </a:buClr>
              <a:buSzPts val="5000"/>
              <a:buFont typeface="Archivo Light"/>
              <a:buNone/>
              <a:defRPr sz="5000">
                <a:latin typeface="Archivo Light"/>
                <a:ea typeface="Archivo Light"/>
                <a:cs typeface="Archivo Light"/>
                <a:sym typeface="Archivo Light"/>
              </a:defRPr>
            </a:lvl1pPr>
            <a:lvl2pPr lvl="1"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2pPr>
            <a:lvl3pPr lvl="2"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3pPr>
            <a:lvl4pPr lvl="3"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4pPr>
            <a:lvl5pPr lvl="4"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5pPr>
            <a:lvl6pPr lvl="5"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6pPr>
            <a:lvl7pPr lvl="6"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7pPr>
            <a:lvl8pPr lvl="7"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8pPr>
            <a:lvl9pPr lvl="8"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9pPr>
          </a:lstStyle>
          <a:p>
            <a:r>
              <a:t>xx%</a:t>
            </a:r>
          </a:p>
        </p:txBody>
      </p:sp>
      <p:sp>
        <p:nvSpPr>
          <p:cNvPr id="139" name="Google Shape;139;p22"/>
          <p:cNvSpPr txBox="1"/>
          <p:nvPr>
            <p:ph idx="4" type="subTitle"/>
          </p:nvPr>
        </p:nvSpPr>
        <p:spPr>
          <a:xfrm>
            <a:off x="2289024" y="3168375"/>
            <a:ext cx="1248000" cy="4548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Archivo"/>
              <a:buNone/>
              <a:defRPr sz="10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
        <p:nvSpPr>
          <p:cNvPr id="140" name="Google Shape;140;p22"/>
          <p:cNvSpPr txBox="1"/>
          <p:nvPr>
            <p:ph idx="5" type="subTitle"/>
          </p:nvPr>
        </p:nvSpPr>
        <p:spPr>
          <a:xfrm>
            <a:off x="2289025" y="3700700"/>
            <a:ext cx="1248000" cy="1078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Archivo"/>
              <a:buNone/>
              <a:defRPr sz="10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
        <p:nvSpPr>
          <p:cNvPr id="141" name="Google Shape;141;p22"/>
          <p:cNvSpPr txBox="1"/>
          <p:nvPr>
            <p:ph hasCustomPrompt="1" idx="6" type="title"/>
          </p:nvPr>
        </p:nvSpPr>
        <p:spPr>
          <a:xfrm>
            <a:off x="2114575" y="1530675"/>
            <a:ext cx="1577100" cy="8541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dk1"/>
              </a:buClr>
              <a:buSzPts val="5000"/>
              <a:buFont typeface="Archivo Light"/>
              <a:buNone/>
              <a:defRPr sz="5000">
                <a:latin typeface="Archivo Light"/>
                <a:ea typeface="Archivo Light"/>
                <a:cs typeface="Archivo Light"/>
                <a:sym typeface="Archivo Light"/>
              </a:defRPr>
            </a:lvl1pPr>
            <a:lvl2pPr lvl="1"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2pPr>
            <a:lvl3pPr lvl="2"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3pPr>
            <a:lvl4pPr lvl="3"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4pPr>
            <a:lvl5pPr lvl="4"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5pPr>
            <a:lvl6pPr lvl="5"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6pPr>
            <a:lvl7pPr lvl="6"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7pPr>
            <a:lvl8pPr lvl="7"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8pPr>
            <a:lvl9pPr lvl="8"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9pPr>
          </a:lstStyle>
          <a:p>
            <a:r>
              <a:t>xx%</a:t>
            </a:r>
          </a:p>
        </p:txBody>
      </p:sp>
      <p:sp>
        <p:nvSpPr>
          <p:cNvPr id="142" name="Google Shape;142;p22"/>
          <p:cNvSpPr txBox="1"/>
          <p:nvPr>
            <p:ph idx="7" type="subTitle"/>
          </p:nvPr>
        </p:nvSpPr>
        <p:spPr>
          <a:xfrm>
            <a:off x="3998249" y="3168375"/>
            <a:ext cx="1248000" cy="4548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Archivo"/>
              <a:buNone/>
              <a:defRPr sz="10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
        <p:nvSpPr>
          <p:cNvPr id="143" name="Google Shape;143;p22"/>
          <p:cNvSpPr txBox="1"/>
          <p:nvPr>
            <p:ph idx="8" type="subTitle"/>
          </p:nvPr>
        </p:nvSpPr>
        <p:spPr>
          <a:xfrm>
            <a:off x="3998250" y="3700700"/>
            <a:ext cx="1248000" cy="1078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Archivo"/>
              <a:buNone/>
              <a:defRPr sz="10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
        <p:nvSpPr>
          <p:cNvPr id="144" name="Google Shape;144;p22"/>
          <p:cNvSpPr txBox="1"/>
          <p:nvPr>
            <p:ph hasCustomPrompt="1" idx="9" type="title"/>
          </p:nvPr>
        </p:nvSpPr>
        <p:spPr>
          <a:xfrm>
            <a:off x="3823800" y="925225"/>
            <a:ext cx="1577100" cy="8541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dk1"/>
              </a:buClr>
              <a:buSzPts val="5000"/>
              <a:buFont typeface="Archivo Light"/>
              <a:buNone/>
              <a:defRPr sz="5000">
                <a:latin typeface="Archivo Light"/>
                <a:ea typeface="Archivo Light"/>
                <a:cs typeface="Archivo Light"/>
                <a:sym typeface="Archivo Light"/>
              </a:defRPr>
            </a:lvl1pPr>
            <a:lvl2pPr lvl="1"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2pPr>
            <a:lvl3pPr lvl="2"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3pPr>
            <a:lvl4pPr lvl="3"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4pPr>
            <a:lvl5pPr lvl="4"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5pPr>
            <a:lvl6pPr lvl="5"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6pPr>
            <a:lvl7pPr lvl="6"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7pPr>
            <a:lvl8pPr lvl="7"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8pPr>
            <a:lvl9pPr lvl="8"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9pPr>
          </a:lstStyle>
          <a:p>
            <a:r>
              <a:t>xx%</a:t>
            </a:r>
          </a:p>
        </p:txBody>
      </p:sp>
      <p:sp>
        <p:nvSpPr>
          <p:cNvPr id="145" name="Google Shape;145;p22"/>
          <p:cNvSpPr txBox="1"/>
          <p:nvPr>
            <p:ph idx="13" type="subTitle"/>
          </p:nvPr>
        </p:nvSpPr>
        <p:spPr>
          <a:xfrm>
            <a:off x="5700724" y="3168375"/>
            <a:ext cx="1248000" cy="4548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Archivo"/>
              <a:buNone/>
              <a:defRPr sz="10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
        <p:nvSpPr>
          <p:cNvPr id="146" name="Google Shape;146;p22"/>
          <p:cNvSpPr txBox="1"/>
          <p:nvPr>
            <p:ph idx="14" type="subTitle"/>
          </p:nvPr>
        </p:nvSpPr>
        <p:spPr>
          <a:xfrm>
            <a:off x="5700725" y="3700700"/>
            <a:ext cx="1248000" cy="1078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Archivo"/>
              <a:buNone/>
              <a:defRPr sz="10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
        <p:nvSpPr>
          <p:cNvPr id="147" name="Google Shape;147;p22"/>
          <p:cNvSpPr txBox="1"/>
          <p:nvPr>
            <p:ph hasCustomPrompt="1" idx="15" type="title"/>
          </p:nvPr>
        </p:nvSpPr>
        <p:spPr>
          <a:xfrm>
            <a:off x="5526275" y="2066050"/>
            <a:ext cx="1577100" cy="8541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dk1"/>
              </a:buClr>
              <a:buSzPts val="5000"/>
              <a:buFont typeface="Archivo Light"/>
              <a:buNone/>
              <a:defRPr sz="5000">
                <a:latin typeface="Archivo Light"/>
                <a:ea typeface="Archivo Light"/>
                <a:cs typeface="Archivo Light"/>
                <a:sym typeface="Archivo Light"/>
              </a:defRPr>
            </a:lvl1pPr>
            <a:lvl2pPr lvl="1"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2pPr>
            <a:lvl3pPr lvl="2"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3pPr>
            <a:lvl4pPr lvl="3"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4pPr>
            <a:lvl5pPr lvl="4"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5pPr>
            <a:lvl6pPr lvl="5"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6pPr>
            <a:lvl7pPr lvl="6"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7pPr>
            <a:lvl8pPr lvl="7"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8pPr>
            <a:lvl9pPr lvl="8"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9pPr>
          </a:lstStyle>
          <a:p>
            <a:r>
              <a:t>xx%</a:t>
            </a:r>
          </a:p>
        </p:txBody>
      </p:sp>
      <p:sp>
        <p:nvSpPr>
          <p:cNvPr id="148" name="Google Shape;148;p22"/>
          <p:cNvSpPr txBox="1"/>
          <p:nvPr>
            <p:ph idx="16" type="subTitle"/>
          </p:nvPr>
        </p:nvSpPr>
        <p:spPr>
          <a:xfrm>
            <a:off x="7403224" y="3168375"/>
            <a:ext cx="1248000" cy="4548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Archivo"/>
              <a:buNone/>
              <a:defRPr sz="10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
        <p:nvSpPr>
          <p:cNvPr id="149" name="Google Shape;149;p22"/>
          <p:cNvSpPr txBox="1"/>
          <p:nvPr>
            <p:ph idx="17" type="subTitle"/>
          </p:nvPr>
        </p:nvSpPr>
        <p:spPr>
          <a:xfrm>
            <a:off x="7403225" y="3700700"/>
            <a:ext cx="1248000" cy="1078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Archivo"/>
              <a:buNone/>
              <a:defRPr sz="10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
        <p:nvSpPr>
          <p:cNvPr id="150" name="Google Shape;150;p22"/>
          <p:cNvSpPr txBox="1"/>
          <p:nvPr>
            <p:ph hasCustomPrompt="1" idx="18" type="title"/>
          </p:nvPr>
        </p:nvSpPr>
        <p:spPr>
          <a:xfrm>
            <a:off x="7228775" y="1115525"/>
            <a:ext cx="1577100" cy="8541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dk1"/>
              </a:buClr>
              <a:buSzPts val="5000"/>
              <a:buFont typeface="Archivo Light"/>
              <a:buNone/>
              <a:defRPr sz="5000">
                <a:latin typeface="Archivo Light"/>
                <a:ea typeface="Archivo Light"/>
                <a:cs typeface="Archivo Light"/>
                <a:sym typeface="Archivo Light"/>
              </a:defRPr>
            </a:lvl1pPr>
            <a:lvl2pPr lvl="1"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2pPr>
            <a:lvl3pPr lvl="2"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3pPr>
            <a:lvl4pPr lvl="3"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4pPr>
            <a:lvl5pPr lvl="4"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5pPr>
            <a:lvl6pPr lvl="5"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6pPr>
            <a:lvl7pPr lvl="6"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7pPr>
            <a:lvl8pPr lvl="7"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8pPr>
            <a:lvl9pPr lvl="8"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9pPr>
          </a:lstStyle>
          <a:p>
            <a:r>
              <a:t>xx%</a:t>
            </a:r>
          </a:p>
        </p:txBody>
      </p:sp>
      <p:sp>
        <p:nvSpPr>
          <p:cNvPr id="151" name="Google Shape;151;p22"/>
          <p:cNvSpPr txBox="1"/>
          <p:nvPr>
            <p:ph idx="19" type="subTitle"/>
          </p:nvPr>
        </p:nvSpPr>
        <p:spPr>
          <a:xfrm>
            <a:off x="361975" y="539900"/>
            <a:ext cx="8367600" cy="31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2000"/>
              <a:buFont typeface="Archivo"/>
              <a:buNone/>
              <a:defRPr sz="20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ple options">
  <p:cSld name="BLANK_1_1_1_1_1_1_1_1_1_1_1_2_1_1_4">
    <p:bg>
      <p:bgPr>
        <a:solidFill>
          <a:schemeClr val="lt1"/>
        </a:solidFill>
      </p:bgPr>
    </p:bg>
    <p:spTree>
      <p:nvGrpSpPr>
        <p:cNvPr id="152" name="Shape 152"/>
        <p:cNvGrpSpPr/>
        <p:nvPr/>
      </p:nvGrpSpPr>
      <p:grpSpPr>
        <a:xfrm>
          <a:off x="0" y="0"/>
          <a:ext cx="0" cy="0"/>
          <a:chOff x="0" y="0"/>
          <a:chExt cx="0" cy="0"/>
        </a:xfrm>
      </p:grpSpPr>
      <p:pic>
        <p:nvPicPr>
          <p:cNvPr id="153" name="Google Shape;153;p23"/>
          <p:cNvPicPr preferRelativeResize="0"/>
          <p:nvPr/>
        </p:nvPicPr>
        <p:blipFill>
          <a:blip r:embed="rId2">
            <a:alphaModFix/>
          </a:blip>
          <a:stretch>
            <a:fillRect/>
          </a:stretch>
        </p:blipFill>
        <p:spPr>
          <a:xfrm>
            <a:off x="0" y="0"/>
            <a:ext cx="9144000" cy="5143500"/>
          </a:xfrm>
          <a:prstGeom prst="rect">
            <a:avLst/>
          </a:prstGeom>
          <a:noFill/>
          <a:ln>
            <a:noFill/>
          </a:ln>
        </p:spPr>
      </p:pic>
      <p:sp>
        <p:nvSpPr>
          <p:cNvPr id="154" name="Google Shape;154;p23"/>
          <p:cNvSpPr/>
          <p:nvPr/>
        </p:nvSpPr>
        <p:spPr>
          <a:xfrm>
            <a:off x="75" y="1680250"/>
            <a:ext cx="9144000" cy="3467400"/>
          </a:xfrm>
          <a:prstGeom prst="rect">
            <a:avLst/>
          </a:prstGeom>
          <a:gradFill>
            <a:gsLst>
              <a:gs pos="0">
                <a:schemeClr val="accent1"/>
              </a:gs>
              <a:gs pos="91000">
                <a:srgbClr val="FFFFFF">
                  <a:alpha val="0"/>
                </a:srgbClr>
              </a:gs>
              <a:gs pos="100000">
                <a:srgbClr val="FFFFFF">
                  <a:alpha val="0"/>
                </a:srgbClr>
              </a:gs>
            </a:gsLst>
            <a:lin ang="1619866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chivo"/>
              <a:ea typeface="Archivo"/>
              <a:cs typeface="Archivo"/>
              <a:sym typeface="Archivo"/>
            </a:endParaRPr>
          </a:p>
        </p:txBody>
      </p:sp>
      <p:sp>
        <p:nvSpPr>
          <p:cNvPr id="155" name="Google Shape;155;p23"/>
          <p:cNvSpPr txBox="1"/>
          <p:nvPr>
            <p:ph idx="1" type="body"/>
          </p:nvPr>
        </p:nvSpPr>
        <p:spPr>
          <a:xfrm>
            <a:off x="6892719" y="3499530"/>
            <a:ext cx="1644900" cy="1280400"/>
          </a:xfrm>
          <a:prstGeom prst="rect">
            <a:avLst/>
          </a:prstGeom>
        </p:spPr>
        <p:txBody>
          <a:bodyPr anchorCtr="0" anchor="b" bIns="137150" lIns="0" spcFirstLastPara="1" rIns="0" wrap="square" tIns="0">
            <a:noAutofit/>
          </a:bodyPr>
          <a:lstStyle>
            <a:lvl1pPr indent="-292100" lvl="0" marL="457200">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156" name="Google Shape;156;p23"/>
          <p:cNvSpPr txBox="1"/>
          <p:nvPr>
            <p:ph idx="2" type="body"/>
          </p:nvPr>
        </p:nvSpPr>
        <p:spPr>
          <a:xfrm>
            <a:off x="2649031" y="3499530"/>
            <a:ext cx="1644900" cy="1280400"/>
          </a:xfrm>
          <a:prstGeom prst="rect">
            <a:avLst/>
          </a:prstGeom>
        </p:spPr>
        <p:txBody>
          <a:bodyPr anchorCtr="0" anchor="b" bIns="137150" lIns="0" spcFirstLastPara="1" rIns="0" wrap="square" tIns="0">
            <a:noAutofit/>
          </a:bodyPr>
          <a:lstStyle>
            <a:lvl1pPr indent="-292100" lvl="0" marL="457200">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157" name="Google Shape;157;p23"/>
          <p:cNvSpPr txBox="1"/>
          <p:nvPr>
            <p:ph idx="3" type="body"/>
          </p:nvPr>
        </p:nvSpPr>
        <p:spPr>
          <a:xfrm>
            <a:off x="4770831" y="3499530"/>
            <a:ext cx="1644900" cy="1280400"/>
          </a:xfrm>
          <a:prstGeom prst="rect">
            <a:avLst/>
          </a:prstGeom>
        </p:spPr>
        <p:txBody>
          <a:bodyPr anchorCtr="0" anchor="b" bIns="137150" lIns="0" spcFirstLastPara="1" rIns="0" wrap="square" tIns="0">
            <a:noAutofit/>
          </a:bodyPr>
          <a:lstStyle>
            <a:lvl1pPr indent="-292100" lvl="0" marL="457200">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158" name="Google Shape;158;p23"/>
          <p:cNvSpPr txBox="1"/>
          <p:nvPr>
            <p:ph idx="4" type="body"/>
          </p:nvPr>
        </p:nvSpPr>
        <p:spPr>
          <a:xfrm>
            <a:off x="513318" y="3499530"/>
            <a:ext cx="1644900" cy="1280400"/>
          </a:xfrm>
          <a:prstGeom prst="rect">
            <a:avLst/>
          </a:prstGeom>
        </p:spPr>
        <p:txBody>
          <a:bodyPr anchorCtr="0" anchor="b" bIns="137150" lIns="0" spcFirstLastPara="1" rIns="0" wrap="square" tIns="0">
            <a:noAutofit/>
          </a:bodyPr>
          <a:lstStyle>
            <a:lvl1pPr indent="-292100" lvl="0" marL="457200">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159" name="Google Shape;159;p23"/>
          <p:cNvSpPr txBox="1"/>
          <p:nvPr>
            <p:ph idx="5" type="subTitle"/>
          </p:nvPr>
        </p:nvSpPr>
        <p:spPr>
          <a:xfrm>
            <a:off x="4770838" y="1895401"/>
            <a:ext cx="1644900" cy="7155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5000"/>
              <a:buFont typeface="Archivo Light"/>
              <a:buNone/>
              <a:defRPr sz="5000">
                <a:latin typeface="Archivo Light"/>
                <a:ea typeface="Archivo Light"/>
                <a:cs typeface="Archivo Light"/>
                <a:sym typeface="Archivo Light"/>
              </a:defRPr>
            </a:lvl1pPr>
            <a:lvl2pPr lvl="1">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2pPr>
            <a:lvl3pPr lvl="2">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3pPr>
            <a:lvl4pPr lvl="3">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4pPr>
            <a:lvl5pPr lvl="4">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5pPr>
            <a:lvl6pPr lvl="5">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6pPr>
            <a:lvl7pPr lvl="6">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7pPr>
            <a:lvl8pPr lvl="7">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8pPr>
            <a:lvl9pPr lvl="8">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9pPr>
          </a:lstStyle>
          <a:p/>
        </p:txBody>
      </p:sp>
      <p:sp>
        <p:nvSpPr>
          <p:cNvPr id="160" name="Google Shape;160;p23"/>
          <p:cNvSpPr txBox="1"/>
          <p:nvPr>
            <p:ph idx="6" type="subTitle"/>
          </p:nvPr>
        </p:nvSpPr>
        <p:spPr>
          <a:xfrm>
            <a:off x="2649038" y="1895401"/>
            <a:ext cx="1644900" cy="7155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5000"/>
              <a:buFont typeface="Archivo Light"/>
              <a:buNone/>
              <a:defRPr sz="5000">
                <a:latin typeface="Archivo Light"/>
                <a:ea typeface="Archivo Light"/>
                <a:cs typeface="Archivo Light"/>
                <a:sym typeface="Archivo Light"/>
              </a:defRPr>
            </a:lvl1pPr>
            <a:lvl2pPr lvl="1">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2pPr>
            <a:lvl3pPr lvl="2">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3pPr>
            <a:lvl4pPr lvl="3">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4pPr>
            <a:lvl5pPr lvl="4">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5pPr>
            <a:lvl6pPr lvl="5">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6pPr>
            <a:lvl7pPr lvl="6">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7pPr>
            <a:lvl8pPr lvl="7">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8pPr>
            <a:lvl9pPr lvl="8">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9pPr>
          </a:lstStyle>
          <a:p/>
        </p:txBody>
      </p:sp>
      <p:sp>
        <p:nvSpPr>
          <p:cNvPr id="161" name="Google Shape;161;p23"/>
          <p:cNvSpPr txBox="1"/>
          <p:nvPr>
            <p:ph idx="7" type="subTitle"/>
          </p:nvPr>
        </p:nvSpPr>
        <p:spPr>
          <a:xfrm>
            <a:off x="513325" y="1895401"/>
            <a:ext cx="1644900" cy="7155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5000"/>
              <a:buFont typeface="Archivo Light"/>
              <a:buNone/>
              <a:defRPr sz="5000">
                <a:latin typeface="Archivo Light"/>
                <a:ea typeface="Archivo Light"/>
                <a:cs typeface="Archivo Light"/>
                <a:sym typeface="Archivo Light"/>
              </a:defRPr>
            </a:lvl1pPr>
            <a:lvl2pPr lvl="1">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2pPr>
            <a:lvl3pPr lvl="2">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3pPr>
            <a:lvl4pPr lvl="3">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4pPr>
            <a:lvl5pPr lvl="4">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5pPr>
            <a:lvl6pPr lvl="5">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6pPr>
            <a:lvl7pPr lvl="6">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7pPr>
            <a:lvl8pPr lvl="7">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8pPr>
            <a:lvl9pPr lvl="8">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9pPr>
          </a:lstStyle>
          <a:p/>
        </p:txBody>
      </p:sp>
      <p:sp>
        <p:nvSpPr>
          <p:cNvPr id="162" name="Google Shape;162;p23"/>
          <p:cNvSpPr txBox="1"/>
          <p:nvPr>
            <p:ph idx="8" type="subTitle"/>
          </p:nvPr>
        </p:nvSpPr>
        <p:spPr>
          <a:xfrm>
            <a:off x="6892725" y="1895401"/>
            <a:ext cx="1644900" cy="7155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5000"/>
              <a:buFont typeface="Archivo Light"/>
              <a:buNone/>
              <a:defRPr sz="5000">
                <a:latin typeface="Archivo Light"/>
                <a:ea typeface="Archivo Light"/>
                <a:cs typeface="Archivo Light"/>
                <a:sym typeface="Archivo Light"/>
              </a:defRPr>
            </a:lvl1pPr>
            <a:lvl2pPr lvl="1">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2pPr>
            <a:lvl3pPr lvl="2">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3pPr>
            <a:lvl4pPr lvl="3">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4pPr>
            <a:lvl5pPr lvl="4">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5pPr>
            <a:lvl6pPr lvl="5">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6pPr>
            <a:lvl7pPr lvl="6">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7pPr>
            <a:lvl8pPr lvl="7">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8pPr>
            <a:lvl9pPr lvl="8">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9pPr>
          </a:lstStyle>
          <a:p/>
        </p:txBody>
      </p:sp>
      <p:sp>
        <p:nvSpPr>
          <p:cNvPr id="163" name="Google Shape;163;p23"/>
          <p:cNvSpPr txBox="1"/>
          <p:nvPr>
            <p:ph type="title"/>
          </p:nvPr>
        </p:nvSpPr>
        <p:spPr>
          <a:xfrm>
            <a:off x="362050" y="1066100"/>
            <a:ext cx="8364600" cy="612900"/>
          </a:xfrm>
          <a:prstGeom prst="rect">
            <a:avLst/>
          </a:prstGeom>
        </p:spPr>
        <p:txBody>
          <a:bodyPr anchorCtr="0" anchor="t" bIns="137150" lIns="0" spcFirstLastPara="1" rIns="0" wrap="square" tIns="137150">
            <a:normAutofit/>
          </a:bodyPr>
          <a:lstStyle>
            <a:lvl1pPr lvl="0">
              <a:spcBef>
                <a:spcPts val="0"/>
              </a:spcBef>
              <a:spcAft>
                <a:spcPts val="0"/>
              </a:spcAft>
              <a:buClr>
                <a:schemeClr val="dk1"/>
              </a:buClr>
              <a:buSzPts val="3000"/>
              <a:buFont typeface="Archivo SemiBold"/>
              <a:buNone/>
              <a:defRPr>
                <a:latin typeface="Archivo SemiBold"/>
                <a:ea typeface="Archivo SemiBold"/>
                <a:cs typeface="Archivo SemiBold"/>
                <a:sym typeface="Archivo SemiBold"/>
              </a:defRPr>
            </a:lvl1pPr>
            <a:lvl2pPr lvl="1">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9pPr>
          </a:lstStyle>
          <a:p/>
        </p:txBody>
      </p:sp>
      <p:sp>
        <p:nvSpPr>
          <p:cNvPr id="164" name="Google Shape;164;p23"/>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Archivo"/>
                <a:ea typeface="Archivo"/>
                <a:cs typeface="Archivo"/>
                <a:sym typeface="Archivo"/>
              </a:defRPr>
            </a:lvl1pPr>
            <a:lvl2pPr lvl="1" algn="r">
              <a:buNone/>
              <a:defRPr sz="700">
                <a:solidFill>
                  <a:schemeClr val="dk1"/>
                </a:solidFill>
                <a:latin typeface="Archivo"/>
                <a:ea typeface="Archivo"/>
                <a:cs typeface="Archivo"/>
                <a:sym typeface="Archivo"/>
              </a:defRPr>
            </a:lvl2pPr>
            <a:lvl3pPr lvl="2" algn="r">
              <a:buNone/>
              <a:defRPr sz="700">
                <a:solidFill>
                  <a:schemeClr val="dk1"/>
                </a:solidFill>
                <a:latin typeface="Archivo"/>
                <a:ea typeface="Archivo"/>
                <a:cs typeface="Archivo"/>
                <a:sym typeface="Archivo"/>
              </a:defRPr>
            </a:lvl3pPr>
            <a:lvl4pPr lvl="3" algn="r">
              <a:buNone/>
              <a:defRPr sz="700">
                <a:solidFill>
                  <a:schemeClr val="dk1"/>
                </a:solidFill>
                <a:latin typeface="Archivo"/>
                <a:ea typeface="Archivo"/>
                <a:cs typeface="Archivo"/>
                <a:sym typeface="Archivo"/>
              </a:defRPr>
            </a:lvl4pPr>
            <a:lvl5pPr lvl="4" algn="r">
              <a:buNone/>
              <a:defRPr sz="700">
                <a:solidFill>
                  <a:schemeClr val="dk1"/>
                </a:solidFill>
                <a:latin typeface="Archivo"/>
                <a:ea typeface="Archivo"/>
                <a:cs typeface="Archivo"/>
                <a:sym typeface="Archivo"/>
              </a:defRPr>
            </a:lvl5pPr>
            <a:lvl6pPr lvl="5" algn="r">
              <a:buNone/>
              <a:defRPr sz="700">
                <a:solidFill>
                  <a:schemeClr val="dk1"/>
                </a:solidFill>
                <a:latin typeface="Archivo"/>
                <a:ea typeface="Archivo"/>
                <a:cs typeface="Archivo"/>
                <a:sym typeface="Archivo"/>
              </a:defRPr>
            </a:lvl6pPr>
            <a:lvl7pPr lvl="6" algn="r">
              <a:buNone/>
              <a:defRPr sz="700">
                <a:solidFill>
                  <a:schemeClr val="dk1"/>
                </a:solidFill>
                <a:latin typeface="Archivo"/>
                <a:ea typeface="Archivo"/>
                <a:cs typeface="Archivo"/>
                <a:sym typeface="Archivo"/>
              </a:defRPr>
            </a:lvl7pPr>
            <a:lvl8pPr lvl="7" algn="r">
              <a:buNone/>
              <a:defRPr sz="700">
                <a:solidFill>
                  <a:schemeClr val="dk1"/>
                </a:solidFill>
                <a:latin typeface="Archivo"/>
                <a:ea typeface="Archivo"/>
                <a:cs typeface="Archivo"/>
                <a:sym typeface="Archivo"/>
              </a:defRPr>
            </a:lvl8pPr>
            <a:lvl9pPr lvl="8" algn="r">
              <a:buNone/>
              <a:defRPr sz="700">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
        <p:nvSpPr>
          <p:cNvPr id="165" name="Google Shape;165;p23"/>
          <p:cNvSpPr txBox="1"/>
          <p:nvPr>
            <p:ph idx="9"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Archivo"/>
              <a:buNone/>
              <a:defRPr sz="7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
        <p:nvSpPr>
          <p:cNvPr id="166" name="Google Shape;166;p23"/>
          <p:cNvSpPr txBox="1"/>
          <p:nvPr>
            <p:ph idx="13" type="subTitle"/>
          </p:nvPr>
        </p:nvSpPr>
        <p:spPr>
          <a:xfrm>
            <a:off x="6892694" y="2611076"/>
            <a:ext cx="1644900" cy="16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167" name="Google Shape;167;p23"/>
          <p:cNvSpPr txBox="1"/>
          <p:nvPr>
            <p:ph idx="14" type="subTitle"/>
          </p:nvPr>
        </p:nvSpPr>
        <p:spPr>
          <a:xfrm>
            <a:off x="4770856" y="2611076"/>
            <a:ext cx="1644900" cy="16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168" name="Google Shape;168;p23"/>
          <p:cNvSpPr txBox="1"/>
          <p:nvPr>
            <p:ph idx="15" type="subTitle"/>
          </p:nvPr>
        </p:nvSpPr>
        <p:spPr>
          <a:xfrm>
            <a:off x="2648993" y="2611076"/>
            <a:ext cx="1644900" cy="16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169" name="Google Shape;169;p23"/>
          <p:cNvSpPr txBox="1"/>
          <p:nvPr>
            <p:ph idx="16" type="subTitle"/>
          </p:nvPr>
        </p:nvSpPr>
        <p:spPr>
          <a:xfrm>
            <a:off x="513318" y="2611076"/>
            <a:ext cx="1644900" cy="16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170" name="Google Shape;170;p23"/>
          <p:cNvSpPr txBox="1"/>
          <p:nvPr>
            <p:ph idx="17" type="subTitle"/>
          </p:nvPr>
        </p:nvSpPr>
        <p:spPr>
          <a:xfrm>
            <a:off x="361975" y="539900"/>
            <a:ext cx="8367600" cy="31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2000"/>
              <a:buFont typeface="Archivo"/>
              <a:buNone/>
              <a:defRPr sz="20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cheme - Alt 2">
  <p:cSld name="CUSTOM_36">
    <p:spTree>
      <p:nvGrpSpPr>
        <p:cNvPr id="171" name="Shape 171"/>
        <p:cNvGrpSpPr/>
        <p:nvPr/>
      </p:nvGrpSpPr>
      <p:grpSpPr>
        <a:xfrm>
          <a:off x="0" y="0"/>
          <a:ext cx="0" cy="0"/>
          <a:chOff x="0" y="0"/>
          <a:chExt cx="0" cy="0"/>
        </a:xfrm>
      </p:grpSpPr>
      <p:pic>
        <p:nvPicPr>
          <p:cNvPr id="172" name="Google Shape;172;p24"/>
          <p:cNvPicPr preferRelativeResize="0"/>
          <p:nvPr/>
        </p:nvPicPr>
        <p:blipFill>
          <a:blip r:embed="rId2">
            <a:alphaModFix/>
          </a:blip>
          <a:stretch>
            <a:fillRect/>
          </a:stretch>
        </p:blipFill>
        <p:spPr>
          <a:xfrm>
            <a:off x="0" y="0"/>
            <a:ext cx="9144000" cy="5143500"/>
          </a:xfrm>
          <a:prstGeom prst="rect">
            <a:avLst/>
          </a:prstGeom>
          <a:noFill/>
          <a:ln>
            <a:noFill/>
          </a:ln>
        </p:spPr>
      </p:pic>
      <p:sp>
        <p:nvSpPr>
          <p:cNvPr id="173" name="Google Shape;173;p24"/>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Archivo"/>
                <a:ea typeface="Archivo"/>
                <a:cs typeface="Archivo"/>
                <a:sym typeface="Archivo"/>
              </a:defRPr>
            </a:lvl1pPr>
            <a:lvl2pPr lvl="1" algn="r">
              <a:buNone/>
              <a:defRPr sz="700">
                <a:solidFill>
                  <a:schemeClr val="dk1"/>
                </a:solidFill>
                <a:latin typeface="Archivo"/>
                <a:ea typeface="Archivo"/>
                <a:cs typeface="Archivo"/>
                <a:sym typeface="Archivo"/>
              </a:defRPr>
            </a:lvl2pPr>
            <a:lvl3pPr lvl="2" algn="r">
              <a:buNone/>
              <a:defRPr sz="700">
                <a:solidFill>
                  <a:schemeClr val="dk1"/>
                </a:solidFill>
                <a:latin typeface="Archivo"/>
                <a:ea typeface="Archivo"/>
                <a:cs typeface="Archivo"/>
                <a:sym typeface="Archivo"/>
              </a:defRPr>
            </a:lvl3pPr>
            <a:lvl4pPr lvl="3" algn="r">
              <a:buNone/>
              <a:defRPr sz="700">
                <a:solidFill>
                  <a:schemeClr val="dk1"/>
                </a:solidFill>
                <a:latin typeface="Archivo"/>
                <a:ea typeface="Archivo"/>
                <a:cs typeface="Archivo"/>
                <a:sym typeface="Archivo"/>
              </a:defRPr>
            </a:lvl4pPr>
            <a:lvl5pPr lvl="4" algn="r">
              <a:buNone/>
              <a:defRPr sz="700">
                <a:solidFill>
                  <a:schemeClr val="dk1"/>
                </a:solidFill>
                <a:latin typeface="Archivo"/>
                <a:ea typeface="Archivo"/>
                <a:cs typeface="Archivo"/>
                <a:sym typeface="Archivo"/>
              </a:defRPr>
            </a:lvl5pPr>
            <a:lvl6pPr lvl="5" algn="r">
              <a:buNone/>
              <a:defRPr sz="700">
                <a:solidFill>
                  <a:schemeClr val="dk1"/>
                </a:solidFill>
                <a:latin typeface="Archivo"/>
                <a:ea typeface="Archivo"/>
                <a:cs typeface="Archivo"/>
                <a:sym typeface="Archivo"/>
              </a:defRPr>
            </a:lvl6pPr>
            <a:lvl7pPr lvl="6" algn="r">
              <a:buNone/>
              <a:defRPr sz="700">
                <a:solidFill>
                  <a:schemeClr val="dk1"/>
                </a:solidFill>
                <a:latin typeface="Archivo"/>
                <a:ea typeface="Archivo"/>
                <a:cs typeface="Archivo"/>
                <a:sym typeface="Archivo"/>
              </a:defRPr>
            </a:lvl7pPr>
            <a:lvl8pPr lvl="7" algn="r">
              <a:buNone/>
              <a:defRPr sz="700">
                <a:solidFill>
                  <a:schemeClr val="dk1"/>
                </a:solidFill>
                <a:latin typeface="Archivo"/>
                <a:ea typeface="Archivo"/>
                <a:cs typeface="Archivo"/>
                <a:sym typeface="Archivo"/>
              </a:defRPr>
            </a:lvl8pPr>
            <a:lvl9pPr lvl="8" algn="r">
              <a:buNone/>
              <a:defRPr sz="700">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
        <p:nvSpPr>
          <p:cNvPr id="174" name="Google Shape;174;p24"/>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Archivo"/>
              <a:buNone/>
              <a:defRPr sz="7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
        <p:nvSpPr>
          <p:cNvPr id="175" name="Google Shape;175;p24"/>
          <p:cNvSpPr txBox="1"/>
          <p:nvPr>
            <p:ph idx="2" type="subTitle"/>
          </p:nvPr>
        </p:nvSpPr>
        <p:spPr>
          <a:xfrm>
            <a:off x="6309306" y="1231300"/>
            <a:ext cx="2497800" cy="271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176" name="Google Shape;176;p24"/>
          <p:cNvSpPr txBox="1"/>
          <p:nvPr>
            <p:ph idx="3" type="subTitle"/>
          </p:nvPr>
        </p:nvSpPr>
        <p:spPr>
          <a:xfrm>
            <a:off x="6309306" y="3143400"/>
            <a:ext cx="2497800" cy="271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177" name="Google Shape;177;p24"/>
          <p:cNvSpPr txBox="1"/>
          <p:nvPr>
            <p:ph idx="4" type="subTitle"/>
          </p:nvPr>
        </p:nvSpPr>
        <p:spPr>
          <a:xfrm>
            <a:off x="3322306" y="1231300"/>
            <a:ext cx="2497800" cy="271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178" name="Google Shape;178;p24"/>
          <p:cNvSpPr txBox="1"/>
          <p:nvPr>
            <p:ph idx="5" type="subTitle"/>
          </p:nvPr>
        </p:nvSpPr>
        <p:spPr>
          <a:xfrm>
            <a:off x="361981" y="1231300"/>
            <a:ext cx="2497800" cy="271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179" name="Google Shape;179;p24"/>
          <p:cNvSpPr txBox="1"/>
          <p:nvPr>
            <p:ph idx="6" type="body"/>
          </p:nvPr>
        </p:nvSpPr>
        <p:spPr>
          <a:xfrm>
            <a:off x="361981" y="1502500"/>
            <a:ext cx="2497800" cy="1233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180" name="Google Shape;180;p24"/>
          <p:cNvSpPr txBox="1"/>
          <p:nvPr>
            <p:ph idx="7" type="subTitle"/>
          </p:nvPr>
        </p:nvSpPr>
        <p:spPr>
          <a:xfrm>
            <a:off x="339895" y="3143400"/>
            <a:ext cx="5077200" cy="271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181" name="Google Shape;181;p24"/>
          <p:cNvSpPr txBox="1"/>
          <p:nvPr>
            <p:ph idx="8" type="subTitle"/>
          </p:nvPr>
        </p:nvSpPr>
        <p:spPr>
          <a:xfrm>
            <a:off x="339900" y="3632075"/>
            <a:ext cx="1026900" cy="9195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182" name="Google Shape;182;p24"/>
          <p:cNvSpPr txBox="1"/>
          <p:nvPr>
            <p:ph idx="9" type="subTitle"/>
          </p:nvPr>
        </p:nvSpPr>
        <p:spPr>
          <a:xfrm>
            <a:off x="1428400" y="3632075"/>
            <a:ext cx="1026900" cy="9195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183" name="Google Shape;183;p24"/>
          <p:cNvSpPr txBox="1"/>
          <p:nvPr>
            <p:ph idx="13" type="subTitle"/>
          </p:nvPr>
        </p:nvSpPr>
        <p:spPr>
          <a:xfrm>
            <a:off x="2516900" y="3632075"/>
            <a:ext cx="1026900" cy="9195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184" name="Google Shape;184;p24"/>
          <p:cNvSpPr txBox="1"/>
          <p:nvPr>
            <p:ph idx="14" type="subTitle"/>
          </p:nvPr>
        </p:nvSpPr>
        <p:spPr>
          <a:xfrm>
            <a:off x="3605400" y="3632075"/>
            <a:ext cx="1026900" cy="9195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185" name="Google Shape;185;p24"/>
          <p:cNvSpPr txBox="1"/>
          <p:nvPr>
            <p:ph idx="15" type="subTitle"/>
          </p:nvPr>
        </p:nvSpPr>
        <p:spPr>
          <a:xfrm>
            <a:off x="4693900" y="3632075"/>
            <a:ext cx="1026900" cy="9195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186" name="Google Shape;186;p24"/>
          <p:cNvSpPr txBox="1"/>
          <p:nvPr>
            <p:ph idx="16" type="subTitle"/>
          </p:nvPr>
        </p:nvSpPr>
        <p:spPr>
          <a:xfrm>
            <a:off x="6309300" y="1634050"/>
            <a:ext cx="1197900" cy="4245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187" name="Google Shape;187;p24"/>
          <p:cNvSpPr txBox="1"/>
          <p:nvPr>
            <p:ph idx="17" type="subTitle"/>
          </p:nvPr>
        </p:nvSpPr>
        <p:spPr>
          <a:xfrm>
            <a:off x="7578839" y="1634050"/>
            <a:ext cx="1197900" cy="4245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188" name="Google Shape;188;p24"/>
          <p:cNvSpPr txBox="1"/>
          <p:nvPr>
            <p:ph idx="18" type="subTitle"/>
          </p:nvPr>
        </p:nvSpPr>
        <p:spPr>
          <a:xfrm>
            <a:off x="6309300" y="2179450"/>
            <a:ext cx="1197900" cy="4245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189" name="Google Shape;189;p24"/>
          <p:cNvSpPr txBox="1"/>
          <p:nvPr>
            <p:ph idx="19" type="subTitle"/>
          </p:nvPr>
        </p:nvSpPr>
        <p:spPr>
          <a:xfrm>
            <a:off x="7578839" y="2179450"/>
            <a:ext cx="1197900" cy="4245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190" name="Google Shape;190;p24"/>
          <p:cNvSpPr txBox="1"/>
          <p:nvPr>
            <p:ph idx="20" type="subTitle"/>
          </p:nvPr>
        </p:nvSpPr>
        <p:spPr>
          <a:xfrm>
            <a:off x="361975" y="539900"/>
            <a:ext cx="8367600" cy="31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2000"/>
              <a:buFont typeface="Archivo"/>
              <a:buNone/>
              <a:defRPr sz="20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cheme - Alt 3">
  <p:cSld name="BLANK_1_1_1_1_1_1_1_1_1_1_1_2_1_1_3">
    <p:bg>
      <p:bgPr>
        <a:solidFill>
          <a:schemeClr val="lt1"/>
        </a:solidFill>
      </p:bgPr>
    </p:bg>
    <p:spTree>
      <p:nvGrpSpPr>
        <p:cNvPr id="191" name="Shape 191"/>
        <p:cNvGrpSpPr/>
        <p:nvPr/>
      </p:nvGrpSpPr>
      <p:grpSpPr>
        <a:xfrm>
          <a:off x="0" y="0"/>
          <a:ext cx="0" cy="0"/>
          <a:chOff x="0" y="0"/>
          <a:chExt cx="0" cy="0"/>
        </a:xfrm>
      </p:grpSpPr>
      <p:pic>
        <p:nvPicPr>
          <p:cNvPr id="192" name="Google Shape;192;p25"/>
          <p:cNvPicPr preferRelativeResize="0"/>
          <p:nvPr/>
        </p:nvPicPr>
        <p:blipFill>
          <a:blip r:embed="rId2">
            <a:alphaModFix/>
          </a:blip>
          <a:stretch>
            <a:fillRect/>
          </a:stretch>
        </p:blipFill>
        <p:spPr>
          <a:xfrm>
            <a:off x="0" y="0"/>
            <a:ext cx="9144000" cy="5143500"/>
          </a:xfrm>
          <a:prstGeom prst="rect">
            <a:avLst/>
          </a:prstGeom>
          <a:noFill/>
          <a:ln>
            <a:noFill/>
          </a:ln>
        </p:spPr>
      </p:pic>
      <p:sp>
        <p:nvSpPr>
          <p:cNvPr id="193" name="Google Shape;193;p25"/>
          <p:cNvSpPr txBox="1"/>
          <p:nvPr>
            <p:ph type="title"/>
          </p:nvPr>
        </p:nvSpPr>
        <p:spPr>
          <a:xfrm>
            <a:off x="361975" y="1066100"/>
            <a:ext cx="4119000" cy="1778400"/>
          </a:xfrm>
          <a:prstGeom prst="rect">
            <a:avLst/>
          </a:prstGeom>
        </p:spPr>
        <p:txBody>
          <a:bodyPr anchorCtr="0" anchor="t" bIns="137150" lIns="0" spcFirstLastPara="1" rIns="0" wrap="square" tIns="137150">
            <a:normAutofit/>
          </a:bodyPr>
          <a:lstStyle>
            <a:lvl1pPr lvl="0">
              <a:spcBef>
                <a:spcPts val="0"/>
              </a:spcBef>
              <a:spcAft>
                <a:spcPts val="0"/>
              </a:spcAft>
              <a:buClr>
                <a:schemeClr val="dk1"/>
              </a:buClr>
              <a:buSzPts val="3000"/>
              <a:buFont typeface="Archivo SemiBold"/>
              <a:buNone/>
              <a:defRPr>
                <a:latin typeface="Archivo SemiBold"/>
                <a:ea typeface="Archivo SemiBold"/>
                <a:cs typeface="Archivo SemiBold"/>
                <a:sym typeface="Archivo SemiBold"/>
              </a:defRPr>
            </a:lvl1pPr>
            <a:lvl2pPr lvl="1">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9pPr>
          </a:lstStyle>
          <a:p/>
        </p:txBody>
      </p:sp>
      <p:sp>
        <p:nvSpPr>
          <p:cNvPr id="194" name="Google Shape;194;p25"/>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Archivo"/>
                <a:ea typeface="Archivo"/>
                <a:cs typeface="Archivo"/>
                <a:sym typeface="Archivo"/>
              </a:defRPr>
            </a:lvl1pPr>
            <a:lvl2pPr lvl="1" algn="r">
              <a:buNone/>
              <a:defRPr sz="700">
                <a:solidFill>
                  <a:schemeClr val="dk1"/>
                </a:solidFill>
                <a:latin typeface="Archivo"/>
                <a:ea typeface="Archivo"/>
                <a:cs typeface="Archivo"/>
                <a:sym typeface="Archivo"/>
              </a:defRPr>
            </a:lvl2pPr>
            <a:lvl3pPr lvl="2" algn="r">
              <a:buNone/>
              <a:defRPr sz="700">
                <a:solidFill>
                  <a:schemeClr val="dk1"/>
                </a:solidFill>
                <a:latin typeface="Archivo"/>
                <a:ea typeface="Archivo"/>
                <a:cs typeface="Archivo"/>
                <a:sym typeface="Archivo"/>
              </a:defRPr>
            </a:lvl3pPr>
            <a:lvl4pPr lvl="3" algn="r">
              <a:buNone/>
              <a:defRPr sz="700">
                <a:solidFill>
                  <a:schemeClr val="dk1"/>
                </a:solidFill>
                <a:latin typeface="Archivo"/>
                <a:ea typeface="Archivo"/>
                <a:cs typeface="Archivo"/>
                <a:sym typeface="Archivo"/>
              </a:defRPr>
            </a:lvl4pPr>
            <a:lvl5pPr lvl="4" algn="r">
              <a:buNone/>
              <a:defRPr sz="700">
                <a:solidFill>
                  <a:schemeClr val="dk1"/>
                </a:solidFill>
                <a:latin typeface="Archivo"/>
                <a:ea typeface="Archivo"/>
                <a:cs typeface="Archivo"/>
                <a:sym typeface="Archivo"/>
              </a:defRPr>
            </a:lvl5pPr>
            <a:lvl6pPr lvl="5" algn="r">
              <a:buNone/>
              <a:defRPr sz="700">
                <a:solidFill>
                  <a:schemeClr val="dk1"/>
                </a:solidFill>
                <a:latin typeface="Archivo"/>
                <a:ea typeface="Archivo"/>
                <a:cs typeface="Archivo"/>
                <a:sym typeface="Archivo"/>
              </a:defRPr>
            </a:lvl6pPr>
            <a:lvl7pPr lvl="6" algn="r">
              <a:buNone/>
              <a:defRPr sz="700">
                <a:solidFill>
                  <a:schemeClr val="dk1"/>
                </a:solidFill>
                <a:latin typeface="Archivo"/>
                <a:ea typeface="Archivo"/>
                <a:cs typeface="Archivo"/>
                <a:sym typeface="Archivo"/>
              </a:defRPr>
            </a:lvl7pPr>
            <a:lvl8pPr lvl="7" algn="r">
              <a:buNone/>
              <a:defRPr sz="700">
                <a:solidFill>
                  <a:schemeClr val="dk1"/>
                </a:solidFill>
                <a:latin typeface="Archivo"/>
                <a:ea typeface="Archivo"/>
                <a:cs typeface="Archivo"/>
                <a:sym typeface="Archivo"/>
              </a:defRPr>
            </a:lvl8pPr>
            <a:lvl9pPr lvl="8" algn="r">
              <a:buNone/>
              <a:defRPr sz="700">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
        <p:nvSpPr>
          <p:cNvPr id="195" name="Google Shape;195;p25"/>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Archivo"/>
              <a:buNone/>
              <a:defRPr sz="7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
        <p:nvSpPr>
          <p:cNvPr id="196" name="Google Shape;196;p25"/>
          <p:cNvSpPr txBox="1"/>
          <p:nvPr>
            <p:ph idx="2" type="subTitle"/>
          </p:nvPr>
        </p:nvSpPr>
        <p:spPr>
          <a:xfrm>
            <a:off x="4760178" y="1213769"/>
            <a:ext cx="1645800" cy="271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197" name="Google Shape;197;p25"/>
          <p:cNvSpPr txBox="1"/>
          <p:nvPr>
            <p:ph idx="3" type="body"/>
          </p:nvPr>
        </p:nvSpPr>
        <p:spPr>
          <a:xfrm>
            <a:off x="4760178" y="1487419"/>
            <a:ext cx="1645800" cy="1230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198" name="Google Shape;198;p25"/>
          <p:cNvSpPr txBox="1"/>
          <p:nvPr>
            <p:ph idx="4" type="subTitle"/>
          </p:nvPr>
        </p:nvSpPr>
        <p:spPr>
          <a:xfrm>
            <a:off x="4760178" y="3138650"/>
            <a:ext cx="1645800" cy="271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199" name="Google Shape;199;p25"/>
          <p:cNvSpPr txBox="1"/>
          <p:nvPr>
            <p:ph idx="5" type="body"/>
          </p:nvPr>
        </p:nvSpPr>
        <p:spPr>
          <a:xfrm>
            <a:off x="4760178" y="3409851"/>
            <a:ext cx="1645800" cy="1233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200" name="Google Shape;200;p25"/>
          <p:cNvSpPr txBox="1"/>
          <p:nvPr>
            <p:ph idx="6" type="subTitle"/>
          </p:nvPr>
        </p:nvSpPr>
        <p:spPr>
          <a:xfrm>
            <a:off x="6948350" y="1213769"/>
            <a:ext cx="1645800" cy="271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201" name="Google Shape;201;p25"/>
          <p:cNvSpPr txBox="1"/>
          <p:nvPr>
            <p:ph idx="7" type="body"/>
          </p:nvPr>
        </p:nvSpPr>
        <p:spPr>
          <a:xfrm>
            <a:off x="6948350" y="1487419"/>
            <a:ext cx="1645800" cy="1230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202" name="Google Shape;202;p25"/>
          <p:cNvSpPr txBox="1"/>
          <p:nvPr>
            <p:ph idx="8" type="subTitle"/>
          </p:nvPr>
        </p:nvSpPr>
        <p:spPr>
          <a:xfrm>
            <a:off x="6948350" y="3138650"/>
            <a:ext cx="1645800" cy="271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203" name="Google Shape;203;p25"/>
          <p:cNvSpPr txBox="1"/>
          <p:nvPr>
            <p:ph idx="9" type="body"/>
          </p:nvPr>
        </p:nvSpPr>
        <p:spPr>
          <a:xfrm>
            <a:off x="6948350" y="3409851"/>
            <a:ext cx="1645800" cy="1233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204" name="Google Shape;204;p25"/>
          <p:cNvSpPr txBox="1"/>
          <p:nvPr>
            <p:ph idx="13" type="subTitle"/>
          </p:nvPr>
        </p:nvSpPr>
        <p:spPr>
          <a:xfrm>
            <a:off x="520650" y="3138650"/>
            <a:ext cx="3770400" cy="271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205" name="Google Shape;205;p25"/>
          <p:cNvSpPr txBox="1"/>
          <p:nvPr>
            <p:ph idx="14" type="body"/>
          </p:nvPr>
        </p:nvSpPr>
        <p:spPr>
          <a:xfrm>
            <a:off x="520650" y="3409850"/>
            <a:ext cx="3770400" cy="1233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206" name="Google Shape;206;p25"/>
          <p:cNvSpPr txBox="1"/>
          <p:nvPr>
            <p:ph idx="15" type="subTitle"/>
          </p:nvPr>
        </p:nvSpPr>
        <p:spPr>
          <a:xfrm>
            <a:off x="361975" y="539900"/>
            <a:ext cx="8367600" cy="31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2000"/>
              <a:buFont typeface="Archivo"/>
              <a:buNone/>
              <a:defRPr sz="20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cheme - Alt 5">
  <p:cSld name="BLANK_1_1_1_1_1_1_1_1_1_1_1_2_1_1_3_2">
    <p:bg>
      <p:bgPr>
        <a:solidFill>
          <a:schemeClr val="lt1"/>
        </a:solidFill>
      </p:bgPr>
    </p:bg>
    <p:spTree>
      <p:nvGrpSpPr>
        <p:cNvPr id="207" name="Shape 207"/>
        <p:cNvGrpSpPr/>
        <p:nvPr/>
      </p:nvGrpSpPr>
      <p:grpSpPr>
        <a:xfrm>
          <a:off x="0" y="0"/>
          <a:ext cx="0" cy="0"/>
          <a:chOff x="0" y="0"/>
          <a:chExt cx="0" cy="0"/>
        </a:xfrm>
      </p:grpSpPr>
      <p:pic>
        <p:nvPicPr>
          <p:cNvPr id="208" name="Google Shape;208;p26"/>
          <p:cNvPicPr preferRelativeResize="0"/>
          <p:nvPr/>
        </p:nvPicPr>
        <p:blipFill>
          <a:blip r:embed="rId2">
            <a:alphaModFix/>
          </a:blip>
          <a:stretch>
            <a:fillRect/>
          </a:stretch>
        </p:blipFill>
        <p:spPr>
          <a:xfrm>
            <a:off x="0" y="0"/>
            <a:ext cx="9144000" cy="5143500"/>
          </a:xfrm>
          <a:prstGeom prst="rect">
            <a:avLst/>
          </a:prstGeom>
          <a:noFill/>
          <a:ln>
            <a:noFill/>
          </a:ln>
        </p:spPr>
      </p:pic>
      <p:sp>
        <p:nvSpPr>
          <p:cNvPr id="209" name="Google Shape;209;p26"/>
          <p:cNvSpPr txBox="1"/>
          <p:nvPr>
            <p:ph type="title"/>
          </p:nvPr>
        </p:nvSpPr>
        <p:spPr>
          <a:xfrm>
            <a:off x="361975" y="1066100"/>
            <a:ext cx="1983600" cy="1778400"/>
          </a:xfrm>
          <a:prstGeom prst="rect">
            <a:avLst/>
          </a:prstGeom>
        </p:spPr>
        <p:txBody>
          <a:bodyPr anchorCtr="0" anchor="t" bIns="137150" lIns="0" spcFirstLastPara="1" rIns="0" wrap="square" tIns="137150">
            <a:normAutofit/>
          </a:bodyPr>
          <a:lstStyle>
            <a:lvl1pPr lvl="0">
              <a:spcBef>
                <a:spcPts val="0"/>
              </a:spcBef>
              <a:spcAft>
                <a:spcPts val="0"/>
              </a:spcAft>
              <a:buClr>
                <a:schemeClr val="dk1"/>
              </a:buClr>
              <a:buSzPts val="3000"/>
              <a:buFont typeface="Archivo SemiBold"/>
              <a:buNone/>
              <a:defRPr>
                <a:latin typeface="Archivo SemiBold"/>
                <a:ea typeface="Archivo SemiBold"/>
                <a:cs typeface="Archivo SemiBold"/>
                <a:sym typeface="Archivo SemiBold"/>
              </a:defRPr>
            </a:lvl1pPr>
            <a:lvl2pPr lvl="1">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9pPr>
          </a:lstStyle>
          <a:p/>
        </p:txBody>
      </p:sp>
      <p:sp>
        <p:nvSpPr>
          <p:cNvPr id="210" name="Google Shape;210;p26"/>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Archivo"/>
                <a:ea typeface="Archivo"/>
                <a:cs typeface="Archivo"/>
                <a:sym typeface="Archivo"/>
              </a:defRPr>
            </a:lvl1pPr>
            <a:lvl2pPr lvl="1" algn="r">
              <a:buNone/>
              <a:defRPr sz="700">
                <a:solidFill>
                  <a:schemeClr val="dk1"/>
                </a:solidFill>
                <a:latin typeface="Archivo"/>
                <a:ea typeface="Archivo"/>
                <a:cs typeface="Archivo"/>
                <a:sym typeface="Archivo"/>
              </a:defRPr>
            </a:lvl2pPr>
            <a:lvl3pPr lvl="2" algn="r">
              <a:buNone/>
              <a:defRPr sz="700">
                <a:solidFill>
                  <a:schemeClr val="dk1"/>
                </a:solidFill>
                <a:latin typeface="Archivo"/>
                <a:ea typeface="Archivo"/>
                <a:cs typeface="Archivo"/>
                <a:sym typeface="Archivo"/>
              </a:defRPr>
            </a:lvl3pPr>
            <a:lvl4pPr lvl="3" algn="r">
              <a:buNone/>
              <a:defRPr sz="700">
                <a:solidFill>
                  <a:schemeClr val="dk1"/>
                </a:solidFill>
                <a:latin typeface="Archivo"/>
                <a:ea typeface="Archivo"/>
                <a:cs typeface="Archivo"/>
                <a:sym typeface="Archivo"/>
              </a:defRPr>
            </a:lvl4pPr>
            <a:lvl5pPr lvl="4" algn="r">
              <a:buNone/>
              <a:defRPr sz="700">
                <a:solidFill>
                  <a:schemeClr val="dk1"/>
                </a:solidFill>
                <a:latin typeface="Archivo"/>
                <a:ea typeface="Archivo"/>
                <a:cs typeface="Archivo"/>
                <a:sym typeface="Archivo"/>
              </a:defRPr>
            </a:lvl5pPr>
            <a:lvl6pPr lvl="5" algn="r">
              <a:buNone/>
              <a:defRPr sz="700">
                <a:solidFill>
                  <a:schemeClr val="dk1"/>
                </a:solidFill>
                <a:latin typeface="Archivo"/>
                <a:ea typeface="Archivo"/>
                <a:cs typeface="Archivo"/>
                <a:sym typeface="Archivo"/>
              </a:defRPr>
            </a:lvl6pPr>
            <a:lvl7pPr lvl="6" algn="r">
              <a:buNone/>
              <a:defRPr sz="700">
                <a:solidFill>
                  <a:schemeClr val="dk1"/>
                </a:solidFill>
                <a:latin typeface="Archivo"/>
                <a:ea typeface="Archivo"/>
                <a:cs typeface="Archivo"/>
                <a:sym typeface="Archivo"/>
              </a:defRPr>
            </a:lvl7pPr>
            <a:lvl8pPr lvl="7" algn="r">
              <a:buNone/>
              <a:defRPr sz="700">
                <a:solidFill>
                  <a:schemeClr val="dk1"/>
                </a:solidFill>
                <a:latin typeface="Archivo"/>
                <a:ea typeface="Archivo"/>
                <a:cs typeface="Archivo"/>
                <a:sym typeface="Archivo"/>
              </a:defRPr>
            </a:lvl8pPr>
            <a:lvl9pPr lvl="8" algn="r">
              <a:buNone/>
              <a:defRPr sz="700">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
        <p:nvSpPr>
          <p:cNvPr id="211" name="Google Shape;211;p26"/>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Archivo"/>
              <a:buNone/>
              <a:defRPr sz="7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
        <p:nvSpPr>
          <p:cNvPr id="212" name="Google Shape;212;p26"/>
          <p:cNvSpPr txBox="1"/>
          <p:nvPr>
            <p:ph idx="2" type="subTitle"/>
          </p:nvPr>
        </p:nvSpPr>
        <p:spPr>
          <a:xfrm>
            <a:off x="4823525" y="1231300"/>
            <a:ext cx="1645800" cy="271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213" name="Google Shape;213;p26"/>
          <p:cNvSpPr txBox="1"/>
          <p:nvPr>
            <p:ph idx="3" type="body"/>
          </p:nvPr>
        </p:nvSpPr>
        <p:spPr>
          <a:xfrm>
            <a:off x="4823525" y="1504950"/>
            <a:ext cx="1645800" cy="1230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214" name="Google Shape;214;p26"/>
          <p:cNvSpPr txBox="1"/>
          <p:nvPr>
            <p:ph idx="4" type="subTitle"/>
          </p:nvPr>
        </p:nvSpPr>
        <p:spPr>
          <a:xfrm>
            <a:off x="4823525" y="3138650"/>
            <a:ext cx="1645800" cy="271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215" name="Google Shape;215;p26"/>
          <p:cNvSpPr txBox="1"/>
          <p:nvPr>
            <p:ph idx="5" type="body"/>
          </p:nvPr>
        </p:nvSpPr>
        <p:spPr>
          <a:xfrm>
            <a:off x="4823525" y="3409851"/>
            <a:ext cx="1645800" cy="1233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216" name="Google Shape;216;p26"/>
          <p:cNvSpPr txBox="1"/>
          <p:nvPr>
            <p:ph idx="6" type="subTitle"/>
          </p:nvPr>
        </p:nvSpPr>
        <p:spPr>
          <a:xfrm>
            <a:off x="6948350" y="1231300"/>
            <a:ext cx="1645800" cy="271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217" name="Google Shape;217;p26"/>
          <p:cNvSpPr txBox="1"/>
          <p:nvPr>
            <p:ph idx="7" type="body"/>
          </p:nvPr>
        </p:nvSpPr>
        <p:spPr>
          <a:xfrm>
            <a:off x="6948350" y="1504950"/>
            <a:ext cx="1645800" cy="1230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218" name="Google Shape;218;p26"/>
          <p:cNvSpPr txBox="1"/>
          <p:nvPr>
            <p:ph idx="8" type="subTitle"/>
          </p:nvPr>
        </p:nvSpPr>
        <p:spPr>
          <a:xfrm>
            <a:off x="6948350" y="3138650"/>
            <a:ext cx="1645800" cy="271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219" name="Google Shape;219;p26"/>
          <p:cNvSpPr txBox="1"/>
          <p:nvPr>
            <p:ph idx="9" type="body"/>
          </p:nvPr>
        </p:nvSpPr>
        <p:spPr>
          <a:xfrm>
            <a:off x="6948350" y="3409851"/>
            <a:ext cx="1645800" cy="1233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220" name="Google Shape;220;p26"/>
          <p:cNvSpPr txBox="1"/>
          <p:nvPr>
            <p:ph idx="13" type="subTitle"/>
          </p:nvPr>
        </p:nvSpPr>
        <p:spPr>
          <a:xfrm>
            <a:off x="573875" y="3138650"/>
            <a:ext cx="1645800" cy="271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221" name="Google Shape;221;p26"/>
          <p:cNvSpPr txBox="1"/>
          <p:nvPr>
            <p:ph idx="14" type="body"/>
          </p:nvPr>
        </p:nvSpPr>
        <p:spPr>
          <a:xfrm>
            <a:off x="573875" y="3409851"/>
            <a:ext cx="1645800" cy="1233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222" name="Google Shape;222;p26"/>
          <p:cNvSpPr txBox="1"/>
          <p:nvPr>
            <p:ph idx="15" type="subTitle"/>
          </p:nvPr>
        </p:nvSpPr>
        <p:spPr>
          <a:xfrm>
            <a:off x="2698700" y="3138650"/>
            <a:ext cx="1645800" cy="271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223" name="Google Shape;223;p26"/>
          <p:cNvSpPr txBox="1"/>
          <p:nvPr>
            <p:ph idx="16" type="body"/>
          </p:nvPr>
        </p:nvSpPr>
        <p:spPr>
          <a:xfrm>
            <a:off x="2698700" y="3409851"/>
            <a:ext cx="1645800" cy="1233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224" name="Google Shape;224;p26"/>
          <p:cNvSpPr txBox="1"/>
          <p:nvPr>
            <p:ph idx="17" type="subTitle"/>
          </p:nvPr>
        </p:nvSpPr>
        <p:spPr>
          <a:xfrm>
            <a:off x="2698700" y="1229838"/>
            <a:ext cx="1645800" cy="271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225" name="Google Shape;225;p26"/>
          <p:cNvSpPr txBox="1"/>
          <p:nvPr>
            <p:ph idx="18" type="body"/>
          </p:nvPr>
        </p:nvSpPr>
        <p:spPr>
          <a:xfrm>
            <a:off x="2698700" y="1503488"/>
            <a:ext cx="1645800" cy="1230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226" name="Google Shape;226;p26"/>
          <p:cNvSpPr txBox="1"/>
          <p:nvPr>
            <p:ph idx="19" type="subTitle"/>
          </p:nvPr>
        </p:nvSpPr>
        <p:spPr>
          <a:xfrm>
            <a:off x="361975" y="537642"/>
            <a:ext cx="8367600" cy="31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2000"/>
              <a:buFont typeface="Archivo"/>
              <a:buNone/>
              <a:defRPr sz="20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cheme - Alt 6">
  <p:cSld name="CUSTOM_12">
    <p:spTree>
      <p:nvGrpSpPr>
        <p:cNvPr id="227" name="Shape 227"/>
        <p:cNvGrpSpPr/>
        <p:nvPr/>
      </p:nvGrpSpPr>
      <p:grpSpPr>
        <a:xfrm>
          <a:off x="0" y="0"/>
          <a:ext cx="0" cy="0"/>
          <a:chOff x="0" y="0"/>
          <a:chExt cx="0" cy="0"/>
        </a:xfrm>
      </p:grpSpPr>
      <p:pic>
        <p:nvPicPr>
          <p:cNvPr id="228" name="Google Shape;228;p27"/>
          <p:cNvPicPr preferRelativeResize="0"/>
          <p:nvPr/>
        </p:nvPicPr>
        <p:blipFill>
          <a:blip r:embed="rId2">
            <a:alphaModFix/>
          </a:blip>
          <a:stretch>
            <a:fillRect/>
          </a:stretch>
        </p:blipFill>
        <p:spPr>
          <a:xfrm>
            <a:off x="0" y="0"/>
            <a:ext cx="9144000" cy="5143500"/>
          </a:xfrm>
          <a:prstGeom prst="rect">
            <a:avLst/>
          </a:prstGeom>
          <a:noFill/>
          <a:ln>
            <a:noFill/>
          </a:ln>
        </p:spPr>
      </p:pic>
      <p:sp>
        <p:nvSpPr>
          <p:cNvPr id="229" name="Google Shape;229;p27"/>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Archivo"/>
                <a:ea typeface="Archivo"/>
                <a:cs typeface="Archivo"/>
                <a:sym typeface="Archivo"/>
              </a:defRPr>
            </a:lvl1pPr>
            <a:lvl2pPr lvl="1" algn="r">
              <a:buNone/>
              <a:defRPr sz="700">
                <a:solidFill>
                  <a:schemeClr val="dk1"/>
                </a:solidFill>
                <a:latin typeface="Archivo"/>
                <a:ea typeface="Archivo"/>
                <a:cs typeface="Archivo"/>
                <a:sym typeface="Archivo"/>
              </a:defRPr>
            </a:lvl2pPr>
            <a:lvl3pPr lvl="2" algn="r">
              <a:buNone/>
              <a:defRPr sz="700">
                <a:solidFill>
                  <a:schemeClr val="dk1"/>
                </a:solidFill>
                <a:latin typeface="Archivo"/>
                <a:ea typeface="Archivo"/>
                <a:cs typeface="Archivo"/>
                <a:sym typeface="Archivo"/>
              </a:defRPr>
            </a:lvl3pPr>
            <a:lvl4pPr lvl="3" algn="r">
              <a:buNone/>
              <a:defRPr sz="700">
                <a:solidFill>
                  <a:schemeClr val="dk1"/>
                </a:solidFill>
                <a:latin typeface="Archivo"/>
                <a:ea typeface="Archivo"/>
                <a:cs typeface="Archivo"/>
                <a:sym typeface="Archivo"/>
              </a:defRPr>
            </a:lvl4pPr>
            <a:lvl5pPr lvl="4" algn="r">
              <a:buNone/>
              <a:defRPr sz="700">
                <a:solidFill>
                  <a:schemeClr val="dk1"/>
                </a:solidFill>
                <a:latin typeface="Archivo"/>
                <a:ea typeface="Archivo"/>
                <a:cs typeface="Archivo"/>
                <a:sym typeface="Archivo"/>
              </a:defRPr>
            </a:lvl5pPr>
            <a:lvl6pPr lvl="5" algn="r">
              <a:buNone/>
              <a:defRPr sz="700">
                <a:solidFill>
                  <a:schemeClr val="dk1"/>
                </a:solidFill>
                <a:latin typeface="Archivo"/>
                <a:ea typeface="Archivo"/>
                <a:cs typeface="Archivo"/>
                <a:sym typeface="Archivo"/>
              </a:defRPr>
            </a:lvl6pPr>
            <a:lvl7pPr lvl="6" algn="r">
              <a:buNone/>
              <a:defRPr sz="700">
                <a:solidFill>
                  <a:schemeClr val="dk1"/>
                </a:solidFill>
                <a:latin typeface="Archivo"/>
                <a:ea typeface="Archivo"/>
                <a:cs typeface="Archivo"/>
                <a:sym typeface="Archivo"/>
              </a:defRPr>
            </a:lvl7pPr>
            <a:lvl8pPr lvl="7" algn="r">
              <a:buNone/>
              <a:defRPr sz="700">
                <a:solidFill>
                  <a:schemeClr val="dk1"/>
                </a:solidFill>
                <a:latin typeface="Archivo"/>
                <a:ea typeface="Archivo"/>
                <a:cs typeface="Archivo"/>
                <a:sym typeface="Archivo"/>
              </a:defRPr>
            </a:lvl8pPr>
            <a:lvl9pPr lvl="8" algn="r">
              <a:buNone/>
              <a:defRPr sz="700">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
        <p:nvSpPr>
          <p:cNvPr id="230" name="Google Shape;230;p27"/>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Archivo"/>
              <a:buNone/>
              <a:defRPr sz="7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
        <p:nvSpPr>
          <p:cNvPr id="231" name="Google Shape;231;p27"/>
          <p:cNvSpPr txBox="1"/>
          <p:nvPr>
            <p:ph idx="2" type="body"/>
          </p:nvPr>
        </p:nvSpPr>
        <p:spPr>
          <a:xfrm>
            <a:off x="5659300" y="3764525"/>
            <a:ext cx="2931300" cy="885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232" name="Google Shape;232;p27"/>
          <p:cNvSpPr txBox="1"/>
          <p:nvPr>
            <p:ph idx="3" type="body"/>
          </p:nvPr>
        </p:nvSpPr>
        <p:spPr>
          <a:xfrm>
            <a:off x="5659350" y="1715800"/>
            <a:ext cx="2931300" cy="455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233" name="Google Shape;233;p27"/>
          <p:cNvSpPr txBox="1"/>
          <p:nvPr>
            <p:ph idx="4" type="subTitle"/>
          </p:nvPr>
        </p:nvSpPr>
        <p:spPr>
          <a:xfrm>
            <a:off x="5659350" y="1162000"/>
            <a:ext cx="2931300" cy="5538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3000"/>
              <a:buFont typeface="Archivo Light"/>
              <a:buNone/>
              <a:defRPr sz="3000">
                <a:latin typeface="Archivo Light"/>
                <a:ea typeface="Archivo Light"/>
                <a:cs typeface="Archivo Light"/>
                <a:sym typeface="Archivo Light"/>
              </a:defRPr>
            </a:lvl1pPr>
            <a:lvl2pPr lvl="1">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2pPr>
            <a:lvl3pPr lvl="2">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3pPr>
            <a:lvl4pPr lvl="3">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4pPr>
            <a:lvl5pPr lvl="4">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5pPr>
            <a:lvl6pPr lvl="5">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6pPr>
            <a:lvl7pPr lvl="6">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7pPr>
            <a:lvl8pPr lvl="7">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8pPr>
            <a:lvl9pPr lvl="8">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9pPr>
          </a:lstStyle>
          <a:p/>
        </p:txBody>
      </p:sp>
      <p:sp>
        <p:nvSpPr>
          <p:cNvPr id="234" name="Google Shape;234;p27"/>
          <p:cNvSpPr txBox="1"/>
          <p:nvPr>
            <p:ph idx="5" type="body"/>
          </p:nvPr>
        </p:nvSpPr>
        <p:spPr>
          <a:xfrm>
            <a:off x="5659350" y="2986225"/>
            <a:ext cx="2931300" cy="455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235" name="Google Shape;235;p27"/>
          <p:cNvSpPr txBox="1"/>
          <p:nvPr>
            <p:ph idx="6" type="subTitle"/>
          </p:nvPr>
        </p:nvSpPr>
        <p:spPr>
          <a:xfrm>
            <a:off x="5659350" y="2432425"/>
            <a:ext cx="2931300" cy="5538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3000"/>
              <a:buFont typeface="Archivo Light"/>
              <a:buNone/>
              <a:defRPr sz="3000">
                <a:latin typeface="Archivo Light"/>
                <a:ea typeface="Archivo Light"/>
                <a:cs typeface="Archivo Light"/>
                <a:sym typeface="Archivo Light"/>
              </a:defRPr>
            </a:lvl1pPr>
            <a:lvl2pPr lvl="1">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2pPr>
            <a:lvl3pPr lvl="2">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3pPr>
            <a:lvl4pPr lvl="3">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4pPr>
            <a:lvl5pPr lvl="4">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5pPr>
            <a:lvl6pPr lvl="5">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6pPr>
            <a:lvl7pPr lvl="6">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7pPr>
            <a:lvl8pPr lvl="7">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8pPr>
            <a:lvl9pPr lvl="8">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9pPr>
          </a:lstStyle>
          <a:p/>
        </p:txBody>
      </p:sp>
      <p:sp>
        <p:nvSpPr>
          <p:cNvPr id="236" name="Google Shape;236;p27"/>
          <p:cNvSpPr txBox="1"/>
          <p:nvPr>
            <p:ph idx="7" type="subTitle"/>
          </p:nvPr>
        </p:nvSpPr>
        <p:spPr>
          <a:xfrm>
            <a:off x="361975" y="539900"/>
            <a:ext cx="8367600" cy="31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2000"/>
              <a:buFont typeface="Archivo"/>
              <a:buNone/>
              <a:defRPr sz="20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nalysis">
  <p:cSld name="BLANK_1_1_1_1_1_1_1_1_1_1_1_2_1_1_3_1_1">
    <p:bg>
      <p:bgPr>
        <a:solidFill>
          <a:schemeClr val="lt1"/>
        </a:solidFill>
      </p:bgPr>
    </p:bg>
    <p:spTree>
      <p:nvGrpSpPr>
        <p:cNvPr id="237" name="Shape 237"/>
        <p:cNvGrpSpPr/>
        <p:nvPr/>
      </p:nvGrpSpPr>
      <p:grpSpPr>
        <a:xfrm>
          <a:off x="0" y="0"/>
          <a:ext cx="0" cy="0"/>
          <a:chOff x="0" y="0"/>
          <a:chExt cx="0" cy="0"/>
        </a:xfrm>
      </p:grpSpPr>
      <p:pic>
        <p:nvPicPr>
          <p:cNvPr id="238" name="Google Shape;238;p28"/>
          <p:cNvPicPr preferRelativeResize="0"/>
          <p:nvPr/>
        </p:nvPicPr>
        <p:blipFill>
          <a:blip r:embed="rId2">
            <a:alphaModFix/>
          </a:blip>
          <a:stretch>
            <a:fillRect/>
          </a:stretch>
        </p:blipFill>
        <p:spPr>
          <a:xfrm>
            <a:off x="0" y="0"/>
            <a:ext cx="9144000" cy="5143500"/>
          </a:xfrm>
          <a:prstGeom prst="rect">
            <a:avLst/>
          </a:prstGeom>
          <a:noFill/>
          <a:ln>
            <a:noFill/>
          </a:ln>
        </p:spPr>
      </p:pic>
      <p:sp>
        <p:nvSpPr>
          <p:cNvPr id="239" name="Google Shape;239;p28"/>
          <p:cNvSpPr txBox="1"/>
          <p:nvPr>
            <p:ph idx="1" type="body"/>
          </p:nvPr>
        </p:nvSpPr>
        <p:spPr>
          <a:xfrm>
            <a:off x="4823525" y="4007225"/>
            <a:ext cx="1645800" cy="6819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Font typeface="Archivo Light"/>
              <a:buChar char="●"/>
              <a:defRPr sz="1000"/>
            </a:lvl1pPr>
            <a:lvl2pPr indent="-292100" lvl="1" marL="914400">
              <a:lnSpc>
                <a:spcPct val="100000"/>
              </a:lnSpc>
              <a:spcBef>
                <a:spcPts val="800"/>
              </a:spcBef>
              <a:spcAft>
                <a:spcPts val="0"/>
              </a:spcAft>
              <a:buClr>
                <a:schemeClr val="dk1"/>
              </a:buClr>
              <a:buSzPts val="1000"/>
              <a:buFont typeface="Archivo Light"/>
              <a:buChar char="○"/>
              <a:defRPr sz="1000"/>
            </a:lvl2pPr>
            <a:lvl3pPr indent="-292100" lvl="2" marL="1371600">
              <a:lnSpc>
                <a:spcPct val="100000"/>
              </a:lnSpc>
              <a:spcBef>
                <a:spcPts val="800"/>
              </a:spcBef>
              <a:spcAft>
                <a:spcPts val="0"/>
              </a:spcAft>
              <a:buClr>
                <a:schemeClr val="dk1"/>
              </a:buClr>
              <a:buSzPts val="1000"/>
              <a:buFont typeface="Archivo Light"/>
              <a:buChar char="■"/>
              <a:defRPr sz="1000"/>
            </a:lvl3pPr>
            <a:lvl4pPr indent="-292100" lvl="3" marL="1828800">
              <a:lnSpc>
                <a:spcPct val="100000"/>
              </a:lnSpc>
              <a:spcBef>
                <a:spcPts val="800"/>
              </a:spcBef>
              <a:spcAft>
                <a:spcPts val="0"/>
              </a:spcAft>
              <a:buClr>
                <a:schemeClr val="dk1"/>
              </a:buClr>
              <a:buSzPts val="1000"/>
              <a:buFont typeface="Archivo Light"/>
              <a:buChar char="●"/>
              <a:defRPr sz="1000"/>
            </a:lvl4pPr>
            <a:lvl5pPr indent="-292100" lvl="4" marL="2286000">
              <a:lnSpc>
                <a:spcPct val="100000"/>
              </a:lnSpc>
              <a:spcBef>
                <a:spcPts val="800"/>
              </a:spcBef>
              <a:spcAft>
                <a:spcPts val="0"/>
              </a:spcAft>
              <a:buClr>
                <a:schemeClr val="dk1"/>
              </a:buClr>
              <a:buSzPts val="1000"/>
              <a:buFont typeface="Archivo Light"/>
              <a:buChar char="○"/>
              <a:defRPr sz="1000"/>
            </a:lvl5pPr>
            <a:lvl6pPr indent="-292100" lvl="5" marL="2743200">
              <a:lnSpc>
                <a:spcPct val="100000"/>
              </a:lnSpc>
              <a:spcBef>
                <a:spcPts val="800"/>
              </a:spcBef>
              <a:spcAft>
                <a:spcPts val="0"/>
              </a:spcAft>
              <a:buClr>
                <a:schemeClr val="dk1"/>
              </a:buClr>
              <a:buSzPts val="1000"/>
              <a:buFont typeface="Archivo Light"/>
              <a:buChar char="■"/>
              <a:defRPr sz="1000"/>
            </a:lvl6pPr>
            <a:lvl7pPr indent="-292100" lvl="6" marL="3200400">
              <a:lnSpc>
                <a:spcPct val="100000"/>
              </a:lnSpc>
              <a:spcBef>
                <a:spcPts val="800"/>
              </a:spcBef>
              <a:spcAft>
                <a:spcPts val="0"/>
              </a:spcAft>
              <a:buClr>
                <a:schemeClr val="dk1"/>
              </a:buClr>
              <a:buSzPts val="1000"/>
              <a:buFont typeface="Archivo Light"/>
              <a:buChar char="●"/>
              <a:defRPr sz="1000"/>
            </a:lvl7pPr>
            <a:lvl8pPr indent="-292100" lvl="7" marL="3657600">
              <a:lnSpc>
                <a:spcPct val="100000"/>
              </a:lnSpc>
              <a:spcBef>
                <a:spcPts val="800"/>
              </a:spcBef>
              <a:spcAft>
                <a:spcPts val="0"/>
              </a:spcAft>
              <a:buClr>
                <a:schemeClr val="dk1"/>
              </a:buClr>
              <a:buSzPts val="1000"/>
              <a:buFont typeface="Archivo Light"/>
              <a:buChar char="○"/>
              <a:defRPr sz="1000"/>
            </a:lvl8pPr>
            <a:lvl9pPr indent="-292100" lvl="8" marL="4114800">
              <a:lnSpc>
                <a:spcPct val="100000"/>
              </a:lnSpc>
              <a:spcBef>
                <a:spcPts val="800"/>
              </a:spcBef>
              <a:spcAft>
                <a:spcPts val="800"/>
              </a:spcAft>
              <a:buClr>
                <a:schemeClr val="dk1"/>
              </a:buClr>
              <a:buSzPts val="1000"/>
              <a:buFont typeface="Archivo Light"/>
              <a:buChar char="■"/>
              <a:defRPr sz="1000"/>
            </a:lvl9pPr>
          </a:lstStyle>
          <a:p/>
        </p:txBody>
      </p:sp>
      <p:sp>
        <p:nvSpPr>
          <p:cNvPr id="240" name="Google Shape;240;p28"/>
          <p:cNvSpPr txBox="1"/>
          <p:nvPr>
            <p:ph idx="2" type="body"/>
          </p:nvPr>
        </p:nvSpPr>
        <p:spPr>
          <a:xfrm>
            <a:off x="6948350" y="4007225"/>
            <a:ext cx="1645800" cy="6819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241" name="Google Shape;241;p28"/>
          <p:cNvSpPr txBox="1"/>
          <p:nvPr>
            <p:ph type="title"/>
          </p:nvPr>
        </p:nvSpPr>
        <p:spPr>
          <a:xfrm>
            <a:off x="359200" y="1067375"/>
            <a:ext cx="3996300" cy="1778400"/>
          </a:xfrm>
          <a:prstGeom prst="rect">
            <a:avLst/>
          </a:prstGeom>
        </p:spPr>
        <p:txBody>
          <a:bodyPr anchorCtr="0" anchor="t" bIns="137150" lIns="0" spcFirstLastPara="1" rIns="0" wrap="square" tIns="137150">
            <a:normAutofit/>
          </a:bodyPr>
          <a:lstStyle>
            <a:lvl1pPr lvl="0">
              <a:spcBef>
                <a:spcPts val="0"/>
              </a:spcBef>
              <a:spcAft>
                <a:spcPts val="0"/>
              </a:spcAft>
              <a:buClr>
                <a:schemeClr val="dk1"/>
              </a:buClr>
              <a:buSzPts val="3000"/>
              <a:buFont typeface="Archivo SemiBold"/>
              <a:buNone/>
              <a:defRPr>
                <a:latin typeface="Archivo SemiBold"/>
                <a:ea typeface="Archivo SemiBold"/>
                <a:cs typeface="Archivo SemiBold"/>
                <a:sym typeface="Archivo SemiBold"/>
              </a:defRPr>
            </a:lvl1pPr>
            <a:lvl2pPr lvl="1">
              <a:spcBef>
                <a:spcPts val="0"/>
              </a:spcBef>
              <a:spcAft>
                <a:spcPts val="0"/>
              </a:spcAft>
              <a:buSzPts val="2000"/>
              <a:buFont typeface="Archivo SemiBold"/>
              <a:buNone/>
              <a:defRPr sz="2000">
                <a:latin typeface="Archivo SemiBold"/>
                <a:ea typeface="Archivo SemiBold"/>
                <a:cs typeface="Archivo SemiBold"/>
                <a:sym typeface="Archivo SemiBold"/>
              </a:defRPr>
            </a:lvl2pPr>
            <a:lvl3pPr lvl="2">
              <a:spcBef>
                <a:spcPts val="0"/>
              </a:spcBef>
              <a:spcAft>
                <a:spcPts val="0"/>
              </a:spcAft>
              <a:buSzPts val="2000"/>
              <a:buFont typeface="Archivo SemiBold"/>
              <a:buNone/>
              <a:defRPr sz="2000">
                <a:latin typeface="Archivo SemiBold"/>
                <a:ea typeface="Archivo SemiBold"/>
                <a:cs typeface="Archivo SemiBold"/>
                <a:sym typeface="Archivo SemiBold"/>
              </a:defRPr>
            </a:lvl3pPr>
            <a:lvl4pPr lvl="3">
              <a:spcBef>
                <a:spcPts val="0"/>
              </a:spcBef>
              <a:spcAft>
                <a:spcPts val="0"/>
              </a:spcAft>
              <a:buSzPts val="2000"/>
              <a:buFont typeface="Archivo SemiBold"/>
              <a:buNone/>
              <a:defRPr sz="2000">
                <a:latin typeface="Archivo SemiBold"/>
                <a:ea typeface="Archivo SemiBold"/>
                <a:cs typeface="Archivo SemiBold"/>
                <a:sym typeface="Archivo SemiBold"/>
              </a:defRPr>
            </a:lvl4pPr>
            <a:lvl5pPr lvl="4">
              <a:spcBef>
                <a:spcPts val="0"/>
              </a:spcBef>
              <a:spcAft>
                <a:spcPts val="0"/>
              </a:spcAft>
              <a:buSzPts val="2000"/>
              <a:buFont typeface="Archivo SemiBold"/>
              <a:buNone/>
              <a:defRPr sz="2000">
                <a:latin typeface="Archivo SemiBold"/>
                <a:ea typeface="Archivo SemiBold"/>
                <a:cs typeface="Archivo SemiBold"/>
                <a:sym typeface="Archivo SemiBold"/>
              </a:defRPr>
            </a:lvl5pPr>
            <a:lvl6pPr lvl="5">
              <a:spcBef>
                <a:spcPts val="0"/>
              </a:spcBef>
              <a:spcAft>
                <a:spcPts val="0"/>
              </a:spcAft>
              <a:buSzPts val="2000"/>
              <a:buFont typeface="Archivo SemiBold"/>
              <a:buNone/>
              <a:defRPr sz="2000">
                <a:latin typeface="Archivo SemiBold"/>
                <a:ea typeface="Archivo SemiBold"/>
                <a:cs typeface="Archivo SemiBold"/>
                <a:sym typeface="Archivo SemiBold"/>
              </a:defRPr>
            </a:lvl6pPr>
            <a:lvl7pPr lvl="6">
              <a:spcBef>
                <a:spcPts val="0"/>
              </a:spcBef>
              <a:spcAft>
                <a:spcPts val="0"/>
              </a:spcAft>
              <a:buSzPts val="2000"/>
              <a:buFont typeface="Archivo SemiBold"/>
              <a:buNone/>
              <a:defRPr sz="2000">
                <a:latin typeface="Archivo SemiBold"/>
                <a:ea typeface="Archivo SemiBold"/>
                <a:cs typeface="Archivo SemiBold"/>
                <a:sym typeface="Archivo SemiBold"/>
              </a:defRPr>
            </a:lvl7pPr>
            <a:lvl8pPr lvl="7">
              <a:spcBef>
                <a:spcPts val="0"/>
              </a:spcBef>
              <a:spcAft>
                <a:spcPts val="0"/>
              </a:spcAft>
              <a:buSzPts val="2000"/>
              <a:buFont typeface="Archivo SemiBold"/>
              <a:buNone/>
              <a:defRPr sz="2000">
                <a:latin typeface="Archivo SemiBold"/>
                <a:ea typeface="Archivo SemiBold"/>
                <a:cs typeface="Archivo SemiBold"/>
                <a:sym typeface="Archivo SemiBold"/>
              </a:defRPr>
            </a:lvl8pPr>
            <a:lvl9pPr lvl="8">
              <a:spcBef>
                <a:spcPts val="0"/>
              </a:spcBef>
              <a:spcAft>
                <a:spcPts val="0"/>
              </a:spcAft>
              <a:buSzPts val="2000"/>
              <a:buFont typeface="Archivo SemiBold"/>
              <a:buNone/>
              <a:defRPr sz="2000">
                <a:latin typeface="Archivo SemiBold"/>
                <a:ea typeface="Archivo SemiBold"/>
                <a:cs typeface="Archivo SemiBold"/>
                <a:sym typeface="Archivo SemiBold"/>
              </a:defRPr>
            </a:lvl9pPr>
          </a:lstStyle>
          <a:p/>
        </p:txBody>
      </p:sp>
      <p:sp>
        <p:nvSpPr>
          <p:cNvPr id="242" name="Google Shape;242;p28"/>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Archivo"/>
                <a:ea typeface="Archivo"/>
                <a:cs typeface="Archivo"/>
                <a:sym typeface="Archivo"/>
              </a:defRPr>
            </a:lvl1pPr>
            <a:lvl2pPr lvl="1" algn="r">
              <a:buNone/>
              <a:defRPr sz="700">
                <a:solidFill>
                  <a:schemeClr val="dk1"/>
                </a:solidFill>
                <a:latin typeface="Archivo"/>
                <a:ea typeface="Archivo"/>
                <a:cs typeface="Archivo"/>
                <a:sym typeface="Archivo"/>
              </a:defRPr>
            </a:lvl2pPr>
            <a:lvl3pPr lvl="2" algn="r">
              <a:buNone/>
              <a:defRPr sz="700">
                <a:solidFill>
                  <a:schemeClr val="dk1"/>
                </a:solidFill>
                <a:latin typeface="Archivo"/>
                <a:ea typeface="Archivo"/>
                <a:cs typeface="Archivo"/>
                <a:sym typeface="Archivo"/>
              </a:defRPr>
            </a:lvl3pPr>
            <a:lvl4pPr lvl="3" algn="r">
              <a:buNone/>
              <a:defRPr sz="700">
                <a:solidFill>
                  <a:schemeClr val="dk1"/>
                </a:solidFill>
                <a:latin typeface="Archivo"/>
                <a:ea typeface="Archivo"/>
                <a:cs typeface="Archivo"/>
                <a:sym typeface="Archivo"/>
              </a:defRPr>
            </a:lvl4pPr>
            <a:lvl5pPr lvl="4" algn="r">
              <a:buNone/>
              <a:defRPr sz="700">
                <a:solidFill>
                  <a:schemeClr val="dk1"/>
                </a:solidFill>
                <a:latin typeface="Archivo"/>
                <a:ea typeface="Archivo"/>
                <a:cs typeface="Archivo"/>
                <a:sym typeface="Archivo"/>
              </a:defRPr>
            </a:lvl5pPr>
            <a:lvl6pPr lvl="5" algn="r">
              <a:buNone/>
              <a:defRPr sz="700">
                <a:solidFill>
                  <a:schemeClr val="dk1"/>
                </a:solidFill>
                <a:latin typeface="Archivo"/>
                <a:ea typeface="Archivo"/>
                <a:cs typeface="Archivo"/>
                <a:sym typeface="Archivo"/>
              </a:defRPr>
            </a:lvl6pPr>
            <a:lvl7pPr lvl="6" algn="r">
              <a:buNone/>
              <a:defRPr sz="700">
                <a:solidFill>
                  <a:schemeClr val="dk1"/>
                </a:solidFill>
                <a:latin typeface="Archivo"/>
                <a:ea typeface="Archivo"/>
                <a:cs typeface="Archivo"/>
                <a:sym typeface="Archivo"/>
              </a:defRPr>
            </a:lvl7pPr>
            <a:lvl8pPr lvl="7" algn="r">
              <a:buNone/>
              <a:defRPr sz="700">
                <a:solidFill>
                  <a:schemeClr val="dk1"/>
                </a:solidFill>
                <a:latin typeface="Archivo"/>
                <a:ea typeface="Archivo"/>
                <a:cs typeface="Archivo"/>
                <a:sym typeface="Archivo"/>
              </a:defRPr>
            </a:lvl8pPr>
            <a:lvl9pPr lvl="8" algn="r">
              <a:buNone/>
              <a:defRPr sz="700">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
        <p:nvSpPr>
          <p:cNvPr id="243" name="Google Shape;243;p28"/>
          <p:cNvSpPr txBox="1"/>
          <p:nvPr>
            <p:ph idx="3"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Archivo"/>
              <a:buNone/>
              <a:defRPr sz="7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
        <p:nvSpPr>
          <p:cNvPr id="244" name="Google Shape;244;p28"/>
          <p:cNvSpPr txBox="1"/>
          <p:nvPr>
            <p:ph idx="4" type="body"/>
          </p:nvPr>
        </p:nvSpPr>
        <p:spPr>
          <a:xfrm>
            <a:off x="346275" y="3390625"/>
            <a:ext cx="3996300" cy="14163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245" name="Google Shape;245;p28"/>
          <p:cNvSpPr txBox="1"/>
          <p:nvPr>
            <p:ph idx="5" type="body"/>
          </p:nvPr>
        </p:nvSpPr>
        <p:spPr>
          <a:xfrm>
            <a:off x="4823525" y="2099875"/>
            <a:ext cx="1645800" cy="6819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246" name="Google Shape;246;p28"/>
          <p:cNvSpPr txBox="1"/>
          <p:nvPr>
            <p:ph idx="6" type="body"/>
          </p:nvPr>
        </p:nvSpPr>
        <p:spPr>
          <a:xfrm>
            <a:off x="6948350" y="2099875"/>
            <a:ext cx="1645800" cy="6819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247" name="Google Shape;247;p28"/>
          <p:cNvSpPr txBox="1"/>
          <p:nvPr>
            <p:ph idx="7" type="subTitle"/>
          </p:nvPr>
        </p:nvSpPr>
        <p:spPr>
          <a:xfrm>
            <a:off x="6948350" y="1182175"/>
            <a:ext cx="1645800" cy="917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5500"/>
              <a:buFont typeface="Archivo SemiBold"/>
              <a:buNone/>
              <a:defRPr sz="5500">
                <a:latin typeface="Archivo SemiBold"/>
                <a:ea typeface="Archivo SemiBold"/>
                <a:cs typeface="Archivo SemiBold"/>
                <a:sym typeface="Archivo SemiBold"/>
              </a:defRPr>
            </a:lvl1pPr>
            <a:lvl2pPr lvl="1">
              <a:spcBef>
                <a:spcPts val="0"/>
              </a:spcBef>
              <a:spcAft>
                <a:spcPts val="0"/>
              </a:spcAft>
              <a:buClr>
                <a:schemeClr val="dk1"/>
              </a:buClr>
              <a:buSzPts val="5500"/>
              <a:buFont typeface="Archivo SemiBold"/>
              <a:buNone/>
              <a:defRPr sz="55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5500"/>
              <a:buFont typeface="Archivo SemiBold"/>
              <a:buNone/>
              <a:defRPr sz="55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5500"/>
              <a:buFont typeface="Archivo SemiBold"/>
              <a:buNone/>
              <a:defRPr sz="55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5500"/>
              <a:buFont typeface="Archivo SemiBold"/>
              <a:buNone/>
              <a:defRPr sz="55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5500"/>
              <a:buFont typeface="Archivo SemiBold"/>
              <a:buNone/>
              <a:defRPr sz="55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5500"/>
              <a:buFont typeface="Archivo SemiBold"/>
              <a:buNone/>
              <a:defRPr sz="55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5500"/>
              <a:buFont typeface="Archivo SemiBold"/>
              <a:buNone/>
              <a:defRPr sz="55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5500"/>
              <a:buFont typeface="Archivo SemiBold"/>
              <a:buNone/>
              <a:defRPr sz="5500">
                <a:solidFill>
                  <a:schemeClr val="dk1"/>
                </a:solidFill>
                <a:latin typeface="Archivo SemiBold"/>
                <a:ea typeface="Archivo SemiBold"/>
                <a:cs typeface="Archivo SemiBold"/>
                <a:sym typeface="Archivo SemiBold"/>
              </a:defRPr>
            </a:lvl9pPr>
          </a:lstStyle>
          <a:p/>
        </p:txBody>
      </p:sp>
      <p:sp>
        <p:nvSpPr>
          <p:cNvPr id="248" name="Google Shape;248;p28"/>
          <p:cNvSpPr txBox="1"/>
          <p:nvPr>
            <p:ph idx="8" type="subTitle"/>
          </p:nvPr>
        </p:nvSpPr>
        <p:spPr>
          <a:xfrm>
            <a:off x="4823525" y="1182175"/>
            <a:ext cx="1645800" cy="917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5500"/>
              <a:buFont typeface="Archivo SemiBold"/>
              <a:buNone/>
              <a:defRPr sz="5500">
                <a:latin typeface="Archivo SemiBold"/>
                <a:ea typeface="Archivo SemiBold"/>
                <a:cs typeface="Archivo SemiBold"/>
                <a:sym typeface="Archivo SemiBold"/>
              </a:defRPr>
            </a:lvl1pPr>
            <a:lvl2pPr lvl="1">
              <a:spcBef>
                <a:spcPts val="0"/>
              </a:spcBef>
              <a:spcAft>
                <a:spcPts val="0"/>
              </a:spcAft>
              <a:buClr>
                <a:schemeClr val="dk1"/>
              </a:buClr>
              <a:buSzPts val="5500"/>
              <a:buFont typeface="Archivo SemiBold"/>
              <a:buNone/>
              <a:defRPr sz="55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5500"/>
              <a:buFont typeface="Archivo SemiBold"/>
              <a:buNone/>
              <a:defRPr sz="55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5500"/>
              <a:buFont typeface="Archivo SemiBold"/>
              <a:buNone/>
              <a:defRPr sz="55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5500"/>
              <a:buFont typeface="Archivo SemiBold"/>
              <a:buNone/>
              <a:defRPr sz="55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5500"/>
              <a:buFont typeface="Archivo SemiBold"/>
              <a:buNone/>
              <a:defRPr sz="55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5500"/>
              <a:buFont typeface="Archivo SemiBold"/>
              <a:buNone/>
              <a:defRPr sz="55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5500"/>
              <a:buFont typeface="Archivo SemiBold"/>
              <a:buNone/>
              <a:defRPr sz="55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5500"/>
              <a:buFont typeface="Archivo SemiBold"/>
              <a:buNone/>
              <a:defRPr sz="5500">
                <a:solidFill>
                  <a:schemeClr val="dk1"/>
                </a:solidFill>
                <a:latin typeface="Archivo SemiBold"/>
                <a:ea typeface="Archivo SemiBold"/>
                <a:cs typeface="Archivo SemiBold"/>
                <a:sym typeface="Archivo SemiBold"/>
              </a:defRPr>
            </a:lvl9pPr>
          </a:lstStyle>
          <a:p/>
        </p:txBody>
      </p:sp>
      <p:sp>
        <p:nvSpPr>
          <p:cNvPr id="249" name="Google Shape;249;p28"/>
          <p:cNvSpPr txBox="1"/>
          <p:nvPr>
            <p:ph idx="9" type="subTitle"/>
          </p:nvPr>
        </p:nvSpPr>
        <p:spPr>
          <a:xfrm>
            <a:off x="4823525" y="3089525"/>
            <a:ext cx="1645800" cy="917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5500"/>
              <a:buFont typeface="Archivo SemiBold"/>
              <a:buNone/>
              <a:defRPr sz="5500">
                <a:latin typeface="Archivo SemiBold"/>
                <a:ea typeface="Archivo SemiBold"/>
                <a:cs typeface="Archivo SemiBold"/>
                <a:sym typeface="Archivo SemiBold"/>
              </a:defRPr>
            </a:lvl1pPr>
            <a:lvl2pPr lvl="1">
              <a:spcBef>
                <a:spcPts val="0"/>
              </a:spcBef>
              <a:spcAft>
                <a:spcPts val="0"/>
              </a:spcAft>
              <a:buClr>
                <a:schemeClr val="dk1"/>
              </a:buClr>
              <a:buSzPts val="5500"/>
              <a:buFont typeface="Archivo SemiBold"/>
              <a:buNone/>
              <a:defRPr sz="55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5500"/>
              <a:buFont typeface="Archivo SemiBold"/>
              <a:buNone/>
              <a:defRPr sz="55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5500"/>
              <a:buFont typeface="Archivo SemiBold"/>
              <a:buNone/>
              <a:defRPr sz="55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5500"/>
              <a:buFont typeface="Archivo SemiBold"/>
              <a:buNone/>
              <a:defRPr sz="55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5500"/>
              <a:buFont typeface="Archivo SemiBold"/>
              <a:buNone/>
              <a:defRPr sz="55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5500"/>
              <a:buFont typeface="Archivo SemiBold"/>
              <a:buNone/>
              <a:defRPr sz="55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5500"/>
              <a:buFont typeface="Archivo SemiBold"/>
              <a:buNone/>
              <a:defRPr sz="55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5500"/>
              <a:buFont typeface="Archivo SemiBold"/>
              <a:buNone/>
              <a:defRPr sz="5500">
                <a:solidFill>
                  <a:schemeClr val="dk1"/>
                </a:solidFill>
                <a:latin typeface="Archivo SemiBold"/>
                <a:ea typeface="Archivo SemiBold"/>
                <a:cs typeface="Archivo SemiBold"/>
                <a:sym typeface="Archivo SemiBold"/>
              </a:defRPr>
            </a:lvl9pPr>
          </a:lstStyle>
          <a:p/>
        </p:txBody>
      </p:sp>
      <p:sp>
        <p:nvSpPr>
          <p:cNvPr id="250" name="Google Shape;250;p28"/>
          <p:cNvSpPr txBox="1"/>
          <p:nvPr>
            <p:ph idx="13" type="subTitle"/>
          </p:nvPr>
        </p:nvSpPr>
        <p:spPr>
          <a:xfrm>
            <a:off x="6948350" y="3089525"/>
            <a:ext cx="1645800" cy="917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5500"/>
              <a:buFont typeface="Archivo SemiBold"/>
              <a:buNone/>
              <a:defRPr sz="5500">
                <a:latin typeface="Archivo SemiBold"/>
                <a:ea typeface="Archivo SemiBold"/>
                <a:cs typeface="Archivo SemiBold"/>
                <a:sym typeface="Archivo SemiBold"/>
              </a:defRPr>
            </a:lvl1pPr>
            <a:lvl2pPr lvl="1">
              <a:spcBef>
                <a:spcPts val="0"/>
              </a:spcBef>
              <a:spcAft>
                <a:spcPts val="0"/>
              </a:spcAft>
              <a:buClr>
                <a:schemeClr val="dk1"/>
              </a:buClr>
              <a:buSzPts val="5500"/>
              <a:buFont typeface="Archivo SemiBold"/>
              <a:buNone/>
              <a:defRPr sz="55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5500"/>
              <a:buFont typeface="Archivo SemiBold"/>
              <a:buNone/>
              <a:defRPr sz="55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5500"/>
              <a:buFont typeface="Archivo SemiBold"/>
              <a:buNone/>
              <a:defRPr sz="55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5500"/>
              <a:buFont typeface="Archivo SemiBold"/>
              <a:buNone/>
              <a:defRPr sz="55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5500"/>
              <a:buFont typeface="Archivo SemiBold"/>
              <a:buNone/>
              <a:defRPr sz="55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5500"/>
              <a:buFont typeface="Archivo SemiBold"/>
              <a:buNone/>
              <a:defRPr sz="55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5500"/>
              <a:buFont typeface="Archivo SemiBold"/>
              <a:buNone/>
              <a:defRPr sz="55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5500"/>
              <a:buFont typeface="Archivo SemiBold"/>
              <a:buNone/>
              <a:defRPr sz="5500">
                <a:solidFill>
                  <a:schemeClr val="dk1"/>
                </a:solidFill>
                <a:latin typeface="Archivo SemiBold"/>
                <a:ea typeface="Archivo SemiBold"/>
                <a:cs typeface="Archivo SemiBold"/>
                <a:sym typeface="Archivo SemiBold"/>
              </a:defRPr>
            </a:lvl9pPr>
          </a:lstStyle>
          <a:p/>
        </p:txBody>
      </p:sp>
      <p:sp>
        <p:nvSpPr>
          <p:cNvPr id="251" name="Google Shape;251;p28"/>
          <p:cNvSpPr txBox="1"/>
          <p:nvPr>
            <p:ph idx="14" type="subTitle"/>
          </p:nvPr>
        </p:nvSpPr>
        <p:spPr>
          <a:xfrm>
            <a:off x="361975" y="539900"/>
            <a:ext cx="8367600" cy="31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2000"/>
              <a:buFont typeface="Archivo"/>
              <a:buNone/>
              <a:defRPr sz="20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3">
  <p:cSld name="CUSTOM_27">
    <p:bg>
      <p:bgPr>
        <a:solidFill>
          <a:schemeClr val="lt1"/>
        </a:solidFill>
      </p:bgPr>
    </p:bg>
    <p:spTree>
      <p:nvGrpSpPr>
        <p:cNvPr id="252" name="Shape 252"/>
        <p:cNvGrpSpPr/>
        <p:nvPr/>
      </p:nvGrpSpPr>
      <p:grpSpPr>
        <a:xfrm>
          <a:off x="0" y="0"/>
          <a:ext cx="0" cy="0"/>
          <a:chOff x="0" y="0"/>
          <a:chExt cx="0" cy="0"/>
        </a:xfrm>
      </p:grpSpPr>
      <p:pic>
        <p:nvPicPr>
          <p:cNvPr id="253" name="Google Shape;253;p29"/>
          <p:cNvPicPr preferRelativeResize="0"/>
          <p:nvPr/>
        </p:nvPicPr>
        <p:blipFill>
          <a:blip r:embed="rId2">
            <a:alphaModFix amt="60000"/>
          </a:blip>
          <a:stretch>
            <a:fillRect/>
          </a:stretch>
        </p:blipFill>
        <p:spPr>
          <a:xfrm>
            <a:off x="0" y="0"/>
            <a:ext cx="9144000" cy="5143500"/>
          </a:xfrm>
          <a:prstGeom prst="rect">
            <a:avLst/>
          </a:prstGeom>
          <a:noFill/>
          <a:ln>
            <a:noFill/>
          </a:ln>
        </p:spPr>
      </p:pic>
      <p:sp>
        <p:nvSpPr>
          <p:cNvPr id="254" name="Google Shape;254;p29"/>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Archivo"/>
                <a:ea typeface="Archivo"/>
                <a:cs typeface="Archivo"/>
                <a:sym typeface="Archivo"/>
              </a:defRPr>
            </a:lvl1pPr>
            <a:lvl2pPr lvl="1" algn="r">
              <a:buNone/>
              <a:defRPr sz="700">
                <a:solidFill>
                  <a:schemeClr val="dk1"/>
                </a:solidFill>
                <a:latin typeface="Archivo"/>
                <a:ea typeface="Archivo"/>
                <a:cs typeface="Archivo"/>
                <a:sym typeface="Archivo"/>
              </a:defRPr>
            </a:lvl2pPr>
            <a:lvl3pPr lvl="2" algn="r">
              <a:buNone/>
              <a:defRPr sz="700">
                <a:solidFill>
                  <a:schemeClr val="dk1"/>
                </a:solidFill>
                <a:latin typeface="Archivo"/>
                <a:ea typeface="Archivo"/>
                <a:cs typeface="Archivo"/>
                <a:sym typeface="Archivo"/>
              </a:defRPr>
            </a:lvl3pPr>
            <a:lvl4pPr lvl="3" algn="r">
              <a:buNone/>
              <a:defRPr sz="700">
                <a:solidFill>
                  <a:schemeClr val="dk1"/>
                </a:solidFill>
                <a:latin typeface="Archivo"/>
                <a:ea typeface="Archivo"/>
                <a:cs typeface="Archivo"/>
                <a:sym typeface="Archivo"/>
              </a:defRPr>
            </a:lvl4pPr>
            <a:lvl5pPr lvl="4" algn="r">
              <a:buNone/>
              <a:defRPr sz="700">
                <a:solidFill>
                  <a:schemeClr val="dk1"/>
                </a:solidFill>
                <a:latin typeface="Archivo"/>
                <a:ea typeface="Archivo"/>
                <a:cs typeface="Archivo"/>
                <a:sym typeface="Archivo"/>
              </a:defRPr>
            </a:lvl5pPr>
            <a:lvl6pPr lvl="5" algn="r">
              <a:buNone/>
              <a:defRPr sz="700">
                <a:solidFill>
                  <a:schemeClr val="dk1"/>
                </a:solidFill>
                <a:latin typeface="Archivo"/>
                <a:ea typeface="Archivo"/>
                <a:cs typeface="Archivo"/>
                <a:sym typeface="Archivo"/>
              </a:defRPr>
            </a:lvl6pPr>
            <a:lvl7pPr lvl="6" algn="r">
              <a:buNone/>
              <a:defRPr sz="700">
                <a:solidFill>
                  <a:schemeClr val="dk1"/>
                </a:solidFill>
                <a:latin typeface="Archivo"/>
                <a:ea typeface="Archivo"/>
                <a:cs typeface="Archivo"/>
                <a:sym typeface="Archivo"/>
              </a:defRPr>
            </a:lvl7pPr>
            <a:lvl8pPr lvl="7" algn="r">
              <a:buNone/>
              <a:defRPr sz="700">
                <a:solidFill>
                  <a:schemeClr val="dk1"/>
                </a:solidFill>
                <a:latin typeface="Archivo"/>
                <a:ea typeface="Archivo"/>
                <a:cs typeface="Archivo"/>
                <a:sym typeface="Archivo"/>
              </a:defRPr>
            </a:lvl8pPr>
            <a:lvl9pPr lvl="8" algn="r">
              <a:buNone/>
              <a:defRPr sz="700">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
        <p:nvSpPr>
          <p:cNvPr id="255" name="Google Shape;255;p29"/>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Archivo"/>
              <a:buNone/>
              <a:defRPr sz="7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
        <p:nvSpPr>
          <p:cNvPr id="256" name="Google Shape;256;p29"/>
          <p:cNvSpPr txBox="1"/>
          <p:nvPr>
            <p:ph idx="2" type="body"/>
          </p:nvPr>
        </p:nvSpPr>
        <p:spPr>
          <a:xfrm>
            <a:off x="3561200" y="1650500"/>
            <a:ext cx="4311300" cy="483000"/>
          </a:xfrm>
          <a:prstGeom prst="rect">
            <a:avLst/>
          </a:prstGeom>
        </p:spPr>
        <p:txBody>
          <a:bodyPr anchorCtr="0" anchor="t" bIns="0" lIns="0" spcFirstLastPara="1" rIns="0" wrap="square" tIns="45700">
            <a:noAutofit/>
          </a:bodyPr>
          <a:lstStyle>
            <a:lvl1pPr indent="-292100" lvl="0" marL="457200">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257" name="Google Shape;257;p29"/>
          <p:cNvSpPr txBox="1"/>
          <p:nvPr>
            <p:ph idx="3" type="subTitle"/>
          </p:nvPr>
        </p:nvSpPr>
        <p:spPr>
          <a:xfrm>
            <a:off x="3561190" y="1258875"/>
            <a:ext cx="5286000" cy="1929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2000"/>
              <a:buFont typeface="Archivo SemiBold"/>
              <a:buNone/>
              <a:defRPr sz="2000">
                <a:latin typeface="Archivo SemiBold"/>
                <a:ea typeface="Archivo SemiBold"/>
                <a:cs typeface="Archivo SemiBold"/>
                <a:sym typeface="Archivo SemiBold"/>
              </a:defRPr>
            </a:lvl1pPr>
            <a:lvl2pPr lvl="1">
              <a:spcBef>
                <a:spcPts val="0"/>
              </a:spcBef>
              <a:spcAft>
                <a:spcPts val="0"/>
              </a:spcAft>
              <a:buClr>
                <a:schemeClr val="dk1"/>
              </a:buClr>
              <a:buSzPts val="2000"/>
              <a:buFont typeface="Archivo SemiBold"/>
              <a:buNone/>
              <a:defRPr sz="2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2000"/>
              <a:buFont typeface="Archivo SemiBold"/>
              <a:buNone/>
              <a:defRPr sz="2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2000"/>
              <a:buFont typeface="Archivo SemiBold"/>
              <a:buNone/>
              <a:defRPr sz="2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2000"/>
              <a:buFont typeface="Archivo SemiBold"/>
              <a:buNone/>
              <a:defRPr sz="2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2000"/>
              <a:buFont typeface="Archivo SemiBold"/>
              <a:buNone/>
              <a:defRPr sz="2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2000"/>
              <a:buFont typeface="Archivo SemiBold"/>
              <a:buNone/>
              <a:defRPr sz="2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2000"/>
              <a:buFont typeface="Archivo SemiBold"/>
              <a:buNone/>
              <a:defRPr sz="2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2000"/>
              <a:buFont typeface="Archivo SemiBold"/>
              <a:buNone/>
              <a:defRPr sz="2000">
                <a:solidFill>
                  <a:schemeClr val="dk1"/>
                </a:solidFill>
                <a:latin typeface="Archivo SemiBold"/>
                <a:ea typeface="Archivo SemiBold"/>
                <a:cs typeface="Archivo SemiBold"/>
                <a:sym typeface="Archivo SemiBold"/>
              </a:defRPr>
            </a:lvl9pPr>
          </a:lstStyle>
          <a:p/>
        </p:txBody>
      </p:sp>
      <p:sp>
        <p:nvSpPr>
          <p:cNvPr id="258" name="Google Shape;258;p29"/>
          <p:cNvSpPr txBox="1"/>
          <p:nvPr>
            <p:ph idx="4" type="body"/>
          </p:nvPr>
        </p:nvSpPr>
        <p:spPr>
          <a:xfrm>
            <a:off x="3561200" y="2745575"/>
            <a:ext cx="4311300" cy="540000"/>
          </a:xfrm>
          <a:prstGeom prst="rect">
            <a:avLst/>
          </a:prstGeom>
        </p:spPr>
        <p:txBody>
          <a:bodyPr anchorCtr="0" anchor="t" bIns="0" lIns="0" spcFirstLastPara="1" rIns="0" wrap="square" tIns="45700">
            <a:noAutofit/>
          </a:bodyPr>
          <a:lstStyle>
            <a:lvl1pPr indent="-292100" lvl="0" marL="457200">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259" name="Google Shape;259;p29"/>
          <p:cNvSpPr txBox="1"/>
          <p:nvPr>
            <p:ph idx="5" type="subTitle"/>
          </p:nvPr>
        </p:nvSpPr>
        <p:spPr>
          <a:xfrm>
            <a:off x="3561190" y="2411024"/>
            <a:ext cx="5286000" cy="1929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2000"/>
              <a:buFont typeface="Archivo SemiBold"/>
              <a:buNone/>
              <a:defRPr sz="2000">
                <a:latin typeface="Archivo SemiBold"/>
                <a:ea typeface="Archivo SemiBold"/>
                <a:cs typeface="Archivo SemiBold"/>
                <a:sym typeface="Archivo SemiBold"/>
              </a:defRPr>
            </a:lvl1pPr>
            <a:lvl2pPr lvl="1">
              <a:spcBef>
                <a:spcPts val="0"/>
              </a:spcBef>
              <a:spcAft>
                <a:spcPts val="0"/>
              </a:spcAft>
              <a:buClr>
                <a:schemeClr val="dk1"/>
              </a:buClr>
              <a:buSzPts val="2000"/>
              <a:buFont typeface="Archivo SemiBold"/>
              <a:buNone/>
              <a:defRPr sz="2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2000"/>
              <a:buFont typeface="Archivo SemiBold"/>
              <a:buNone/>
              <a:defRPr sz="2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2000"/>
              <a:buFont typeface="Archivo SemiBold"/>
              <a:buNone/>
              <a:defRPr sz="2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2000"/>
              <a:buFont typeface="Archivo SemiBold"/>
              <a:buNone/>
              <a:defRPr sz="2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2000"/>
              <a:buFont typeface="Archivo SemiBold"/>
              <a:buNone/>
              <a:defRPr sz="2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2000"/>
              <a:buFont typeface="Archivo SemiBold"/>
              <a:buNone/>
              <a:defRPr sz="2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2000"/>
              <a:buFont typeface="Archivo SemiBold"/>
              <a:buNone/>
              <a:defRPr sz="2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2000"/>
              <a:buFont typeface="Archivo SemiBold"/>
              <a:buNone/>
              <a:defRPr sz="2000">
                <a:solidFill>
                  <a:schemeClr val="dk1"/>
                </a:solidFill>
                <a:latin typeface="Archivo SemiBold"/>
                <a:ea typeface="Archivo SemiBold"/>
                <a:cs typeface="Archivo SemiBold"/>
                <a:sym typeface="Archivo SemiBold"/>
              </a:defRPr>
            </a:lvl9pPr>
          </a:lstStyle>
          <a:p/>
        </p:txBody>
      </p:sp>
      <p:sp>
        <p:nvSpPr>
          <p:cNvPr id="260" name="Google Shape;260;p29"/>
          <p:cNvSpPr txBox="1"/>
          <p:nvPr>
            <p:ph idx="6" type="body"/>
          </p:nvPr>
        </p:nvSpPr>
        <p:spPr>
          <a:xfrm>
            <a:off x="3561200" y="3890675"/>
            <a:ext cx="4311300" cy="540000"/>
          </a:xfrm>
          <a:prstGeom prst="rect">
            <a:avLst/>
          </a:prstGeom>
        </p:spPr>
        <p:txBody>
          <a:bodyPr anchorCtr="0" anchor="t" bIns="0" lIns="0" spcFirstLastPara="1" rIns="0" wrap="square" tIns="45700">
            <a:noAutofit/>
          </a:bodyPr>
          <a:lstStyle>
            <a:lvl1pPr indent="-292100" lvl="0" marL="457200">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261" name="Google Shape;261;p29"/>
          <p:cNvSpPr txBox="1"/>
          <p:nvPr>
            <p:ph idx="7" type="subTitle"/>
          </p:nvPr>
        </p:nvSpPr>
        <p:spPr>
          <a:xfrm>
            <a:off x="3561190" y="3556273"/>
            <a:ext cx="5286000" cy="1929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2000"/>
              <a:buFont typeface="Archivo SemiBold"/>
              <a:buNone/>
              <a:defRPr sz="2000">
                <a:latin typeface="Archivo SemiBold"/>
                <a:ea typeface="Archivo SemiBold"/>
                <a:cs typeface="Archivo SemiBold"/>
                <a:sym typeface="Archivo SemiBold"/>
              </a:defRPr>
            </a:lvl1pPr>
            <a:lvl2pPr lvl="1">
              <a:spcBef>
                <a:spcPts val="0"/>
              </a:spcBef>
              <a:spcAft>
                <a:spcPts val="0"/>
              </a:spcAft>
              <a:buClr>
                <a:schemeClr val="dk1"/>
              </a:buClr>
              <a:buSzPts val="2000"/>
              <a:buFont typeface="Archivo SemiBold"/>
              <a:buNone/>
              <a:defRPr sz="2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2000"/>
              <a:buFont typeface="Archivo SemiBold"/>
              <a:buNone/>
              <a:defRPr sz="2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2000"/>
              <a:buFont typeface="Archivo SemiBold"/>
              <a:buNone/>
              <a:defRPr sz="2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2000"/>
              <a:buFont typeface="Archivo SemiBold"/>
              <a:buNone/>
              <a:defRPr sz="2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2000"/>
              <a:buFont typeface="Archivo SemiBold"/>
              <a:buNone/>
              <a:defRPr sz="2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2000"/>
              <a:buFont typeface="Archivo SemiBold"/>
              <a:buNone/>
              <a:defRPr sz="2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2000"/>
              <a:buFont typeface="Archivo SemiBold"/>
              <a:buNone/>
              <a:defRPr sz="2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2000"/>
              <a:buFont typeface="Archivo SemiBold"/>
              <a:buNone/>
              <a:defRPr sz="2000">
                <a:solidFill>
                  <a:schemeClr val="dk1"/>
                </a:solidFill>
                <a:latin typeface="Archivo SemiBold"/>
                <a:ea typeface="Archivo SemiBold"/>
                <a:cs typeface="Archivo SemiBold"/>
                <a:sym typeface="Archivo SemiBold"/>
              </a:defRPr>
            </a:lvl9pPr>
          </a:lstStyle>
          <a:p/>
        </p:txBody>
      </p:sp>
      <p:sp>
        <p:nvSpPr>
          <p:cNvPr id="262" name="Google Shape;262;p29"/>
          <p:cNvSpPr txBox="1"/>
          <p:nvPr>
            <p:ph type="title"/>
          </p:nvPr>
        </p:nvSpPr>
        <p:spPr>
          <a:xfrm>
            <a:off x="353550" y="1066100"/>
            <a:ext cx="2674500" cy="612900"/>
          </a:xfrm>
          <a:prstGeom prst="rect">
            <a:avLst/>
          </a:prstGeom>
        </p:spPr>
        <p:txBody>
          <a:bodyPr anchorCtr="0" anchor="t" bIns="137150" lIns="0" spcFirstLastPara="1" rIns="0" wrap="square" tIns="137150">
            <a:normAutofit/>
          </a:bodyPr>
          <a:lstStyle>
            <a:lvl1pPr lvl="0">
              <a:spcBef>
                <a:spcPts val="0"/>
              </a:spcBef>
              <a:spcAft>
                <a:spcPts val="0"/>
              </a:spcAft>
              <a:buClr>
                <a:schemeClr val="dk1"/>
              </a:buClr>
              <a:buSzPts val="3000"/>
              <a:buFont typeface="Archivo SemiBold"/>
              <a:buNone/>
              <a:defRPr>
                <a:latin typeface="Archivo SemiBold"/>
                <a:ea typeface="Archivo SemiBold"/>
                <a:cs typeface="Archivo SemiBold"/>
                <a:sym typeface="Archivo SemiBold"/>
              </a:defRPr>
            </a:lvl1pPr>
            <a:lvl2pPr lvl="1">
              <a:spcBef>
                <a:spcPts val="0"/>
              </a:spcBef>
              <a:spcAft>
                <a:spcPts val="0"/>
              </a:spcAft>
              <a:buSzPts val="1400"/>
              <a:buFont typeface="Archivo SemiBold"/>
              <a:buNone/>
              <a:defRPr>
                <a:latin typeface="Archivo SemiBold"/>
                <a:ea typeface="Archivo SemiBold"/>
                <a:cs typeface="Archivo SemiBold"/>
                <a:sym typeface="Archivo SemiBold"/>
              </a:defRPr>
            </a:lvl2pPr>
            <a:lvl3pPr lvl="2">
              <a:spcBef>
                <a:spcPts val="0"/>
              </a:spcBef>
              <a:spcAft>
                <a:spcPts val="0"/>
              </a:spcAft>
              <a:buSzPts val="1400"/>
              <a:buFont typeface="Archivo SemiBold"/>
              <a:buNone/>
              <a:defRPr>
                <a:latin typeface="Archivo SemiBold"/>
                <a:ea typeface="Archivo SemiBold"/>
                <a:cs typeface="Archivo SemiBold"/>
                <a:sym typeface="Archivo SemiBold"/>
              </a:defRPr>
            </a:lvl3pPr>
            <a:lvl4pPr lvl="3">
              <a:spcBef>
                <a:spcPts val="0"/>
              </a:spcBef>
              <a:spcAft>
                <a:spcPts val="0"/>
              </a:spcAft>
              <a:buSzPts val="1400"/>
              <a:buFont typeface="Archivo SemiBold"/>
              <a:buNone/>
              <a:defRPr>
                <a:latin typeface="Archivo SemiBold"/>
                <a:ea typeface="Archivo SemiBold"/>
                <a:cs typeface="Archivo SemiBold"/>
                <a:sym typeface="Archivo SemiBold"/>
              </a:defRPr>
            </a:lvl4pPr>
            <a:lvl5pPr lvl="4">
              <a:spcBef>
                <a:spcPts val="0"/>
              </a:spcBef>
              <a:spcAft>
                <a:spcPts val="0"/>
              </a:spcAft>
              <a:buSzPts val="1400"/>
              <a:buFont typeface="Archivo SemiBold"/>
              <a:buNone/>
              <a:defRPr>
                <a:latin typeface="Archivo SemiBold"/>
                <a:ea typeface="Archivo SemiBold"/>
                <a:cs typeface="Archivo SemiBold"/>
                <a:sym typeface="Archivo SemiBold"/>
              </a:defRPr>
            </a:lvl5pPr>
            <a:lvl6pPr lvl="5">
              <a:spcBef>
                <a:spcPts val="0"/>
              </a:spcBef>
              <a:spcAft>
                <a:spcPts val="0"/>
              </a:spcAft>
              <a:buSzPts val="1400"/>
              <a:buFont typeface="Archivo SemiBold"/>
              <a:buNone/>
              <a:defRPr>
                <a:latin typeface="Archivo SemiBold"/>
                <a:ea typeface="Archivo SemiBold"/>
                <a:cs typeface="Archivo SemiBold"/>
                <a:sym typeface="Archivo SemiBold"/>
              </a:defRPr>
            </a:lvl6pPr>
            <a:lvl7pPr lvl="6">
              <a:spcBef>
                <a:spcPts val="0"/>
              </a:spcBef>
              <a:spcAft>
                <a:spcPts val="0"/>
              </a:spcAft>
              <a:buSzPts val="1400"/>
              <a:buFont typeface="Archivo SemiBold"/>
              <a:buNone/>
              <a:defRPr>
                <a:latin typeface="Archivo SemiBold"/>
                <a:ea typeface="Archivo SemiBold"/>
                <a:cs typeface="Archivo SemiBold"/>
                <a:sym typeface="Archivo SemiBold"/>
              </a:defRPr>
            </a:lvl7pPr>
            <a:lvl8pPr lvl="7">
              <a:spcBef>
                <a:spcPts val="0"/>
              </a:spcBef>
              <a:spcAft>
                <a:spcPts val="0"/>
              </a:spcAft>
              <a:buSzPts val="1400"/>
              <a:buFont typeface="Archivo SemiBold"/>
              <a:buNone/>
              <a:defRPr>
                <a:latin typeface="Archivo SemiBold"/>
                <a:ea typeface="Archivo SemiBold"/>
                <a:cs typeface="Archivo SemiBold"/>
                <a:sym typeface="Archivo SemiBold"/>
              </a:defRPr>
            </a:lvl8pPr>
            <a:lvl9pPr lvl="8">
              <a:spcBef>
                <a:spcPts val="0"/>
              </a:spcBef>
              <a:spcAft>
                <a:spcPts val="0"/>
              </a:spcAft>
              <a:buSzPts val="1400"/>
              <a:buFont typeface="Archivo SemiBold"/>
              <a:buNone/>
              <a:defRPr>
                <a:latin typeface="Archivo SemiBold"/>
                <a:ea typeface="Archivo SemiBold"/>
                <a:cs typeface="Archivo SemiBold"/>
                <a:sym typeface="Archivo SemiBold"/>
              </a:defRPr>
            </a:lvl9pPr>
          </a:lstStyle>
          <a:p/>
        </p:txBody>
      </p:sp>
      <p:sp>
        <p:nvSpPr>
          <p:cNvPr id="263" name="Google Shape;263;p29"/>
          <p:cNvSpPr txBox="1"/>
          <p:nvPr>
            <p:ph idx="8" type="body"/>
          </p:nvPr>
        </p:nvSpPr>
        <p:spPr>
          <a:xfrm>
            <a:off x="353550" y="1592450"/>
            <a:ext cx="2674500" cy="2885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264" name="Google Shape;264;p29"/>
          <p:cNvSpPr txBox="1"/>
          <p:nvPr>
            <p:ph idx="9" type="subTitle"/>
          </p:nvPr>
        </p:nvSpPr>
        <p:spPr>
          <a:xfrm>
            <a:off x="361975" y="539900"/>
            <a:ext cx="8367600" cy="31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2000"/>
              <a:buFont typeface="Archivo"/>
              <a:buNone/>
              <a:defRPr sz="20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4">
  <p:cSld name="CUSTOM_28">
    <p:spTree>
      <p:nvGrpSpPr>
        <p:cNvPr id="265" name="Shape 265"/>
        <p:cNvGrpSpPr/>
        <p:nvPr/>
      </p:nvGrpSpPr>
      <p:grpSpPr>
        <a:xfrm>
          <a:off x="0" y="0"/>
          <a:ext cx="0" cy="0"/>
          <a:chOff x="0" y="0"/>
          <a:chExt cx="0" cy="0"/>
        </a:xfrm>
      </p:grpSpPr>
      <p:pic>
        <p:nvPicPr>
          <p:cNvPr id="266" name="Google Shape;266;p30"/>
          <p:cNvPicPr preferRelativeResize="0"/>
          <p:nvPr/>
        </p:nvPicPr>
        <p:blipFill>
          <a:blip r:embed="rId2">
            <a:alphaModFix/>
          </a:blip>
          <a:stretch>
            <a:fillRect/>
          </a:stretch>
        </p:blipFill>
        <p:spPr>
          <a:xfrm>
            <a:off x="0" y="0"/>
            <a:ext cx="9144000" cy="5143500"/>
          </a:xfrm>
          <a:prstGeom prst="rect">
            <a:avLst/>
          </a:prstGeom>
          <a:noFill/>
          <a:ln>
            <a:noFill/>
          </a:ln>
        </p:spPr>
      </p:pic>
      <p:sp>
        <p:nvSpPr>
          <p:cNvPr id="267" name="Google Shape;267;p30"/>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Archivo"/>
                <a:ea typeface="Archivo"/>
                <a:cs typeface="Archivo"/>
                <a:sym typeface="Archivo"/>
              </a:defRPr>
            </a:lvl1pPr>
            <a:lvl2pPr lvl="1" algn="r">
              <a:buNone/>
              <a:defRPr sz="700">
                <a:solidFill>
                  <a:schemeClr val="dk1"/>
                </a:solidFill>
                <a:latin typeface="Archivo"/>
                <a:ea typeface="Archivo"/>
                <a:cs typeface="Archivo"/>
                <a:sym typeface="Archivo"/>
              </a:defRPr>
            </a:lvl2pPr>
            <a:lvl3pPr lvl="2" algn="r">
              <a:buNone/>
              <a:defRPr sz="700">
                <a:solidFill>
                  <a:schemeClr val="dk1"/>
                </a:solidFill>
                <a:latin typeface="Archivo"/>
                <a:ea typeface="Archivo"/>
                <a:cs typeface="Archivo"/>
                <a:sym typeface="Archivo"/>
              </a:defRPr>
            </a:lvl3pPr>
            <a:lvl4pPr lvl="3" algn="r">
              <a:buNone/>
              <a:defRPr sz="700">
                <a:solidFill>
                  <a:schemeClr val="dk1"/>
                </a:solidFill>
                <a:latin typeface="Archivo"/>
                <a:ea typeface="Archivo"/>
                <a:cs typeface="Archivo"/>
                <a:sym typeface="Archivo"/>
              </a:defRPr>
            </a:lvl4pPr>
            <a:lvl5pPr lvl="4" algn="r">
              <a:buNone/>
              <a:defRPr sz="700">
                <a:solidFill>
                  <a:schemeClr val="dk1"/>
                </a:solidFill>
                <a:latin typeface="Archivo"/>
                <a:ea typeface="Archivo"/>
                <a:cs typeface="Archivo"/>
                <a:sym typeface="Archivo"/>
              </a:defRPr>
            </a:lvl5pPr>
            <a:lvl6pPr lvl="5" algn="r">
              <a:buNone/>
              <a:defRPr sz="700">
                <a:solidFill>
                  <a:schemeClr val="dk1"/>
                </a:solidFill>
                <a:latin typeface="Archivo"/>
                <a:ea typeface="Archivo"/>
                <a:cs typeface="Archivo"/>
                <a:sym typeface="Archivo"/>
              </a:defRPr>
            </a:lvl6pPr>
            <a:lvl7pPr lvl="6" algn="r">
              <a:buNone/>
              <a:defRPr sz="700">
                <a:solidFill>
                  <a:schemeClr val="dk1"/>
                </a:solidFill>
                <a:latin typeface="Archivo"/>
                <a:ea typeface="Archivo"/>
                <a:cs typeface="Archivo"/>
                <a:sym typeface="Archivo"/>
              </a:defRPr>
            </a:lvl7pPr>
            <a:lvl8pPr lvl="7" algn="r">
              <a:buNone/>
              <a:defRPr sz="700">
                <a:solidFill>
                  <a:schemeClr val="dk1"/>
                </a:solidFill>
                <a:latin typeface="Archivo"/>
                <a:ea typeface="Archivo"/>
                <a:cs typeface="Archivo"/>
                <a:sym typeface="Archivo"/>
              </a:defRPr>
            </a:lvl8pPr>
            <a:lvl9pPr lvl="8" algn="r">
              <a:buNone/>
              <a:defRPr sz="700">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
        <p:nvSpPr>
          <p:cNvPr id="268" name="Google Shape;268;p30"/>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Archivo"/>
              <a:buNone/>
              <a:defRPr sz="7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
        <p:nvSpPr>
          <p:cNvPr id="269" name="Google Shape;269;p30"/>
          <p:cNvSpPr txBox="1"/>
          <p:nvPr>
            <p:ph idx="2" type="body"/>
          </p:nvPr>
        </p:nvSpPr>
        <p:spPr>
          <a:xfrm>
            <a:off x="4618675" y="1125913"/>
            <a:ext cx="3951600" cy="617400"/>
          </a:xfrm>
          <a:prstGeom prst="rect">
            <a:avLst/>
          </a:prstGeom>
        </p:spPr>
        <p:txBody>
          <a:bodyPr anchorCtr="0" anchor="t" bIns="0" lIns="0" spcFirstLastPara="1" rIns="0" wrap="square" tIns="45700">
            <a:noAutofit/>
          </a:bodyPr>
          <a:lstStyle>
            <a:lvl1pPr indent="-292100" lvl="0" marL="457200">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270" name="Google Shape;270;p30"/>
          <p:cNvSpPr txBox="1"/>
          <p:nvPr>
            <p:ph idx="3" type="subTitle"/>
          </p:nvPr>
        </p:nvSpPr>
        <p:spPr>
          <a:xfrm>
            <a:off x="4618675" y="875411"/>
            <a:ext cx="3515700" cy="223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271" name="Google Shape;271;p30"/>
          <p:cNvSpPr txBox="1"/>
          <p:nvPr>
            <p:ph idx="4" type="body"/>
          </p:nvPr>
        </p:nvSpPr>
        <p:spPr>
          <a:xfrm>
            <a:off x="361975" y="1066100"/>
            <a:ext cx="2701200" cy="21609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272" name="Google Shape;272;p30"/>
          <p:cNvSpPr txBox="1"/>
          <p:nvPr>
            <p:ph idx="5" type="body"/>
          </p:nvPr>
        </p:nvSpPr>
        <p:spPr>
          <a:xfrm>
            <a:off x="4618675" y="2603671"/>
            <a:ext cx="3951600" cy="648900"/>
          </a:xfrm>
          <a:prstGeom prst="rect">
            <a:avLst/>
          </a:prstGeom>
        </p:spPr>
        <p:txBody>
          <a:bodyPr anchorCtr="0" anchor="t" bIns="0" lIns="0" spcFirstLastPara="1" rIns="0" wrap="square" tIns="45700">
            <a:noAutofit/>
          </a:bodyPr>
          <a:lstStyle>
            <a:lvl1pPr indent="-292100" lvl="0" marL="457200">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273" name="Google Shape;273;p30"/>
          <p:cNvSpPr txBox="1"/>
          <p:nvPr>
            <p:ph idx="6" type="subTitle"/>
          </p:nvPr>
        </p:nvSpPr>
        <p:spPr>
          <a:xfrm>
            <a:off x="4618675" y="2340305"/>
            <a:ext cx="3515700" cy="234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274" name="Google Shape;274;p30"/>
          <p:cNvSpPr txBox="1"/>
          <p:nvPr>
            <p:ph idx="7" type="body"/>
          </p:nvPr>
        </p:nvSpPr>
        <p:spPr>
          <a:xfrm>
            <a:off x="4618675" y="4066379"/>
            <a:ext cx="3951600" cy="643800"/>
          </a:xfrm>
          <a:prstGeom prst="rect">
            <a:avLst/>
          </a:prstGeom>
        </p:spPr>
        <p:txBody>
          <a:bodyPr anchorCtr="0" anchor="t" bIns="0" lIns="0" spcFirstLastPara="1" rIns="0" wrap="square" tIns="45700">
            <a:noAutofit/>
          </a:bodyPr>
          <a:lstStyle>
            <a:lvl1pPr indent="-292100" lvl="0" marL="457200">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275" name="Google Shape;275;p30"/>
          <p:cNvSpPr txBox="1"/>
          <p:nvPr>
            <p:ph idx="8" type="subTitle"/>
          </p:nvPr>
        </p:nvSpPr>
        <p:spPr>
          <a:xfrm>
            <a:off x="4618675" y="3805198"/>
            <a:ext cx="3515700" cy="2325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276" name="Google Shape;276;p30"/>
          <p:cNvSpPr txBox="1"/>
          <p:nvPr>
            <p:ph hasCustomPrompt="1" type="title"/>
          </p:nvPr>
        </p:nvSpPr>
        <p:spPr>
          <a:xfrm>
            <a:off x="3597475" y="680400"/>
            <a:ext cx="927600" cy="912300"/>
          </a:xfrm>
          <a:prstGeom prst="rect">
            <a:avLst/>
          </a:prstGeom>
        </p:spPr>
        <p:txBody>
          <a:bodyPr anchorCtr="0" anchor="b" bIns="91425" lIns="91425" spcFirstLastPara="1" rIns="91425" wrap="square" tIns="91425">
            <a:noAutofit/>
          </a:bodyPr>
          <a:lstStyle>
            <a:lvl1pPr lvl="0">
              <a:spcBef>
                <a:spcPts val="0"/>
              </a:spcBef>
              <a:spcAft>
                <a:spcPts val="0"/>
              </a:spcAft>
              <a:buClr>
                <a:schemeClr val="dk1"/>
              </a:buClr>
              <a:buSzPts val="5000"/>
              <a:buFont typeface="Archivo Light"/>
              <a:buNone/>
              <a:defRPr sz="5000">
                <a:latin typeface="Archivo Light"/>
                <a:ea typeface="Archivo Light"/>
                <a:cs typeface="Archivo Light"/>
                <a:sym typeface="Archivo Light"/>
              </a:defRPr>
            </a:lvl1pPr>
            <a:lvl2pPr lvl="1">
              <a:spcBef>
                <a:spcPts val="0"/>
              </a:spcBef>
              <a:spcAft>
                <a:spcPts val="0"/>
              </a:spcAft>
              <a:buClr>
                <a:schemeClr val="dk1"/>
              </a:buClr>
              <a:buSzPts val="12000"/>
              <a:buFont typeface="Archivo Light"/>
              <a:buNone/>
              <a:defRPr sz="12000">
                <a:solidFill>
                  <a:schemeClr val="dk1"/>
                </a:solidFill>
                <a:latin typeface="Archivo Light"/>
                <a:ea typeface="Archivo Light"/>
                <a:cs typeface="Archivo Light"/>
                <a:sym typeface="Archivo Light"/>
              </a:defRPr>
            </a:lvl2pPr>
            <a:lvl3pPr lvl="2">
              <a:spcBef>
                <a:spcPts val="0"/>
              </a:spcBef>
              <a:spcAft>
                <a:spcPts val="0"/>
              </a:spcAft>
              <a:buClr>
                <a:schemeClr val="dk1"/>
              </a:buClr>
              <a:buSzPts val="12000"/>
              <a:buFont typeface="Archivo Light"/>
              <a:buNone/>
              <a:defRPr sz="12000">
                <a:solidFill>
                  <a:schemeClr val="dk1"/>
                </a:solidFill>
                <a:latin typeface="Archivo Light"/>
                <a:ea typeface="Archivo Light"/>
                <a:cs typeface="Archivo Light"/>
                <a:sym typeface="Archivo Light"/>
              </a:defRPr>
            </a:lvl3pPr>
            <a:lvl4pPr lvl="3">
              <a:spcBef>
                <a:spcPts val="0"/>
              </a:spcBef>
              <a:spcAft>
                <a:spcPts val="0"/>
              </a:spcAft>
              <a:buClr>
                <a:schemeClr val="dk1"/>
              </a:buClr>
              <a:buSzPts val="12000"/>
              <a:buFont typeface="Archivo Light"/>
              <a:buNone/>
              <a:defRPr sz="12000">
                <a:solidFill>
                  <a:schemeClr val="dk1"/>
                </a:solidFill>
                <a:latin typeface="Archivo Light"/>
                <a:ea typeface="Archivo Light"/>
                <a:cs typeface="Archivo Light"/>
                <a:sym typeface="Archivo Light"/>
              </a:defRPr>
            </a:lvl4pPr>
            <a:lvl5pPr lvl="4">
              <a:spcBef>
                <a:spcPts val="0"/>
              </a:spcBef>
              <a:spcAft>
                <a:spcPts val="0"/>
              </a:spcAft>
              <a:buClr>
                <a:schemeClr val="dk1"/>
              </a:buClr>
              <a:buSzPts val="12000"/>
              <a:buFont typeface="Archivo Light"/>
              <a:buNone/>
              <a:defRPr sz="12000">
                <a:solidFill>
                  <a:schemeClr val="dk1"/>
                </a:solidFill>
                <a:latin typeface="Archivo Light"/>
                <a:ea typeface="Archivo Light"/>
                <a:cs typeface="Archivo Light"/>
                <a:sym typeface="Archivo Light"/>
              </a:defRPr>
            </a:lvl5pPr>
            <a:lvl6pPr lvl="5">
              <a:spcBef>
                <a:spcPts val="0"/>
              </a:spcBef>
              <a:spcAft>
                <a:spcPts val="0"/>
              </a:spcAft>
              <a:buClr>
                <a:schemeClr val="dk1"/>
              </a:buClr>
              <a:buSzPts val="12000"/>
              <a:buFont typeface="Archivo Light"/>
              <a:buNone/>
              <a:defRPr sz="12000">
                <a:solidFill>
                  <a:schemeClr val="dk1"/>
                </a:solidFill>
                <a:latin typeface="Archivo Light"/>
                <a:ea typeface="Archivo Light"/>
                <a:cs typeface="Archivo Light"/>
                <a:sym typeface="Archivo Light"/>
              </a:defRPr>
            </a:lvl6pPr>
            <a:lvl7pPr lvl="6">
              <a:spcBef>
                <a:spcPts val="0"/>
              </a:spcBef>
              <a:spcAft>
                <a:spcPts val="0"/>
              </a:spcAft>
              <a:buClr>
                <a:schemeClr val="dk1"/>
              </a:buClr>
              <a:buSzPts val="12000"/>
              <a:buFont typeface="Archivo Light"/>
              <a:buNone/>
              <a:defRPr sz="12000">
                <a:solidFill>
                  <a:schemeClr val="dk1"/>
                </a:solidFill>
                <a:latin typeface="Archivo Light"/>
                <a:ea typeface="Archivo Light"/>
                <a:cs typeface="Archivo Light"/>
                <a:sym typeface="Archivo Light"/>
              </a:defRPr>
            </a:lvl7pPr>
            <a:lvl8pPr lvl="7">
              <a:spcBef>
                <a:spcPts val="0"/>
              </a:spcBef>
              <a:spcAft>
                <a:spcPts val="0"/>
              </a:spcAft>
              <a:buClr>
                <a:schemeClr val="dk1"/>
              </a:buClr>
              <a:buSzPts val="12000"/>
              <a:buFont typeface="Archivo Light"/>
              <a:buNone/>
              <a:defRPr sz="12000">
                <a:solidFill>
                  <a:schemeClr val="dk1"/>
                </a:solidFill>
                <a:latin typeface="Archivo Light"/>
                <a:ea typeface="Archivo Light"/>
                <a:cs typeface="Archivo Light"/>
                <a:sym typeface="Archivo Light"/>
              </a:defRPr>
            </a:lvl8pPr>
            <a:lvl9pPr lvl="8">
              <a:spcBef>
                <a:spcPts val="0"/>
              </a:spcBef>
              <a:spcAft>
                <a:spcPts val="0"/>
              </a:spcAft>
              <a:buClr>
                <a:schemeClr val="dk1"/>
              </a:buClr>
              <a:buSzPts val="12000"/>
              <a:buFont typeface="Archivo Light"/>
              <a:buNone/>
              <a:defRPr sz="12000">
                <a:solidFill>
                  <a:schemeClr val="dk1"/>
                </a:solidFill>
                <a:latin typeface="Archivo Light"/>
                <a:ea typeface="Archivo Light"/>
                <a:cs typeface="Archivo Light"/>
                <a:sym typeface="Archivo Light"/>
              </a:defRPr>
            </a:lvl9pPr>
          </a:lstStyle>
          <a:p>
            <a:r>
              <a:t>xx%</a:t>
            </a:r>
          </a:p>
        </p:txBody>
      </p:sp>
      <p:sp>
        <p:nvSpPr>
          <p:cNvPr id="277" name="Google Shape;277;p30"/>
          <p:cNvSpPr txBox="1"/>
          <p:nvPr>
            <p:ph hasCustomPrompt="1" idx="9" type="title"/>
          </p:nvPr>
        </p:nvSpPr>
        <p:spPr>
          <a:xfrm>
            <a:off x="3597475" y="2127395"/>
            <a:ext cx="927600" cy="912300"/>
          </a:xfrm>
          <a:prstGeom prst="rect">
            <a:avLst/>
          </a:prstGeom>
        </p:spPr>
        <p:txBody>
          <a:bodyPr anchorCtr="0" anchor="b" bIns="91425" lIns="91425" spcFirstLastPara="1" rIns="91425" wrap="square" tIns="91425">
            <a:noAutofit/>
          </a:bodyPr>
          <a:lstStyle>
            <a:lvl1pPr lvl="0">
              <a:spcBef>
                <a:spcPts val="0"/>
              </a:spcBef>
              <a:spcAft>
                <a:spcPts val="0"/>
              </a:spcAft>
              <a:buClr>
                <a:schemeClr val="dk1"/>
              </a:buClr>
              <a:buSzPts val="5000"/>
              <a:buFont typeface="Archivo Light"/>
              <a:buChar char="●"/>
              <a:defRPr sz="5000">
                <a:latin typeface="Archivo Light"/>
                <a:ea typeface="Archivo Light"/>
                <a:cs typeface="Archivo Light"/>
                <a:sym typeface="Archivo Light"/>
              </a:defRPr>
            </a:lvl1pPr>
            <a:lvl2pPr lvl="1">
              <a:spcBef>
                <a:spcPts val="0"/>
              </a:spcBef>
              <a:spcAft>
                <a:spcPts val="0"/>
              </a:spcAft>
              <a:buClr>
                <a:schemeClr val="dk1"/>
              </a:buClr>
              <a:buSzPts val="12000"/>
              <a:buFont typeface="Archivo Light"/>
              <a:buChar char="○"/>
              <a:defRPr sz="12000">
                <a:solidFill>
                  <a:schemeClr val="dk1"/>
                </a:solidFill>
                <a:latin typeface="Archivo Light"/>
                <a:ea typeface="Archivo Light"/>
                <a:cs typeface="Archivo Light"/>
                <a:sym typeface="Archivo Light"/>
              </a:defRPr>
            </a:lvl2pPr>
            <a:lvl3pPr lvl="2">
              <a:spcBef>
                <a:spcPts val="0"/>
              </a:spcBef>
              <a:spcAft>
                <a:spcPts val="0"/>
              </a:spcAft>
              <a:buClr>
                <a:schemeClr val="dk1"/>
              </a:buClr>
              <a:buSzPts val="12000"/>
              <a:buFont typeface="Archivo Light"/>
              <a:buChar char="■"/>
              <a:defRPr sz="12000">
                <a:solidFill>
                  <a:schemeClr val="dk1"/>
                </a:solidFill>
                <a:latin typeface="Archivo Light"/>
                <a:ea typeface="Archivo Light"/>
                <a:cs typeface="Archivo Light"/>
                <a:sym typeface="Archivo Light"/>
              </a:defRPr>
            </a:lvl3pPr>
            <a:lvl4pPr lvl="3">
              <a:spcBef>
                <a:spcPts val="0"/>
              </a:spcBef>
              <a:spcAft>
                <a:spcPts val="0"/>
              </a:spcAft>
              <a:buClr>
                <a:schemeClr val="dk1"/>
              </a:buClr>
              <a:buSzPts val="12000"/>
              <a:buFont typeface="Archivo Light"/>
              <a:buChar char="●"/>
              <a:defRPr sz="12000">
                <a:solidFill>
                  <a:schemeClr val="dk1"/>
                </a:solidFill>
                <a:latin typeface="Archivo Light"/>
                <a:ea typeface="Archivo Light"/>
                <a:cs typeface="Archivo Light"/>
                <a:sym typeface="Archivo Light"/>
              </a:defRPr>
            </a:lvl4pPr>
            <a:lvl5pPr lvl="4">
              <a:spcBef>
                <a:spcPts val="0"/>
              </a:spcBef>
              <a:spcAft>
                <a:spcPts val="0"/>
              </a:spcAft>
              <a:buClr>
                <a:schemeClr val="dk1"/>
              </a:buClr>
              <a:buSzPts val="12000"/>
              <a:buFont typeface="Archivo Light"/>
              <a:buChar char="○"/>
              <a:defRPr sz="12000">
                <a:solidFill>
                  <a:schemeClr val="dk1"/>
                </a:solidFill>
                <a:latin typeface="Archivo Light"/>
                <a:ea typeface="Archivo Light"/>
                <a:cs typeface="Archivo Light"/>
                <a:sym typeface="Archivo Light"/>
              </a:defRPr>
            </a:lvl5pPr>
            <a:lvl6pPr lvl="5">
              <a:spcBef>
                <a:spcPts val="0"/>
              </a:spcBef>
              <a:spcAft>
                <a:spcPts val="0"/>
              </a:spcAft>
              <a:buClr>
                <a:schemeClr val="dk1"/>
              </a:buClr>
              <a:buSzPts val="12000"/>
              <a:buFont typeface="Archivo Light"/>
              <a:buChar char="■"/>
              <a:defRPr sz="12000">
                <a:solidFill>
                  <a:schemeClr val="dk1"/>
                </a:solidFill>
                <a:latin typeface="Archivo Light"/>
                <a:ea typeface="Archivo Light"/>
                <a:cs typeface="Archivo Light"/>
                <a:sym typeface="Archivo Light"/>
              </a:defRPr>
            </a:lvl6pPr>
            <a:lvl7pPr lvl="6">
              <a:spcBef>
                <a:spcPts val="0"/>
              </a:spcBef>
              <a:spcAft>
                <a:spcPts val="0"/>
              </a:spcAft>
              <a:buClr>
                <a:schemeClr val="dk1"/>
              </a:buClr>
              <a:buSzPts val="12000"/>
              <a:buFont typeface="Archivo Light"/>
              <a:buChar char="●"/>
              <a:defRPr sz="12000">
                <a:solidFill>
                  <a:schemeClr val="dk1"/>
                </a:solidFill>
                <a:latin typeface="Archivo Light"/>
                <a:ea typeface="Archivo Light"/>
                <a:cs typeface="Archivo Light"/>
                <a:sym typeface="Archivo Light"/>
              </a:defRPr>
            </a:lvl7pPr>
            <a:lvl8pPr lvl="7">
              <a:spcBef>
                <a:spcPts val="0"/>
              </a:spcBef>
              <a:spcAft>
                <a:spcPts val="0"/>
              </a:spcAft>
              <a:buClr>
                <a:schemeClr val="dk1"/>
              </a:buClr>
              <a:buSzPts val="12000"/>
              <a:buFont typeface="Archivo Light"/>
              <a:buChar char="○"/>
              <a:defRPr sz="12000">
                <a:solidFill>
                  <a:schemeClr val="dk1"/>
                </a:solidFill>
                <a:latin typeface="Archivo Light"/>
                <a:ea typeface="Archivo Light"/>
                <a:cs typeface="Archivo Light"/>
                <a:sym typeface="Archivo Light"/>
              </a:defRPr>
            </a:lvl8pPr>
            <a:lvl9pPr lvl="8">
              <a:spcBef>
                <a:spcPts val="0"/>
              </a:spcBef>
              <a:spcAft>
                <a:spcPts val="0"/>
              </a:spcAft>
              <a:buClr>
                <a:schemeClr val="dk1"/>
              </a:buClr>
              <a:buSzPts val="12000"/>
              <a:buFont typeface="Archivo Light"/>
              <a:buChar char="■"/>
              <a:defRPr sz="12000">
                <a:solidFill>
                  <a:schemeClr val="dk1"/>
                </a:solidFill>
                <a:latin typeface="Archivo Light"/>
                <a:ea typeface="Archivo Light"/>
                <a:cs typeface="Archivo Light"/>
                <a:sym typeface="Archivo Light"/>
              </a:defRPr>
            </a:lvl9pPr>
          </a:lstStyle>
          <a:p>
            <a:r>
              <a:t>xx%</a:t>
            </a:r>
          </a:p>
        </p:txBody>
      </p:sp>
      <p:sp>
        <p:nvSpPr>
          <p:cNvPr id="278" name="Google Shape;278;p30"/>
          <p:cNvSpPr txBox="1"/>
          <p:nvPr>
            <p:ph hasCustomPrompt="1" idx="13" type="title"/>
          </p:nvPr>
        </p:nvSpPr>
        <p:spPr>
          <a:xfrm>
            <a:off x="3597475" y="3591200"/>
            <a:ext cx="927600" cy="912300"/>
          </a:xfrm>
          <a:prstGeom prst="rect">
            <a:avLst/>
          </a:prstGeom>
        </p:spPr>
        <p:txBody>
          <a:bodyPr anchorCtr="0" anchor="b" bIns="91425" lIns="91425" spcFirstLastPara="1" rIns="91425" wrap="square" tIns="91425">
            <a:noAutofit/>
          </a:bodyPr>
          <a:lstStyle>
            <a:lvl1pPr lvl="0">
              <a:spcBef>
                <a:spcPts val="0"/>
              </a:spcBef>
              <a:spcAft>
                <a:spcPts val="0"/>
              </a:spcAft>
              <a:buClr>
                <a:schemeClr val="dk1"/>
              </a:buClr>
              <a:buSzPts val="5000"/>
              <a:buFont typeface="Archivo Light"/>
              <a:buChar char="●"/>
              <a:defRPr sz="5000">
                <a:latin typeface="Archivo Light"/>
                <a:ea typeface="Archivo Light"/>
                <a:cs typeface="Archivo Light"/>
                <a:sym typeface="Archivo Light"/>
              </a:defRPr>
            </a:lvl1pPr>
            <a:lvl2pPr lvl="1">
              <a:spcBef>
                <a:spcPts val="0"/>
              </a:spcBef>
              <a:spcAft>
                <a:spcPts val="0"/>
              </a:spcAft>
              <a:buClr>
                <a:schemeClr val="dk1"/>
              </a:buClr>
              <a:buSzPts val="12000"/>
              <a:buFont typeface="Archivo Light"/>
              <a:buChar char="○"/>
              <a:defRPr sz="12000">
                <a:solidFill>
                  <a:schemeClr val="dk1"/>
                </a:solidFill>
                <a:latin typeface="Archivo Light"/>
                <a:ea typeface="Archivo Light"/>
                <a:cs typeface="Archivo Light"/>
                <a:sym typeface="Archivo Light"/>
              </a:defRPr>
            </a:lvl2pPr>
            <a:lvl3pPr lvl="2">
              <a:spcBef>
                <a:spcPts val="0"/>
              </a:spcBef>
              <a:spcAft>
                <a:spcPts val="0"/>
              </a:spcAft>
              <a:buClr>
                <a:schemeClr val="dk1"/>
              </a:buClr>
              <a:buSzPts val="12000"/>
              <a:buFont typeface="Archivo Light"/>
              <a:buChar char="■"/>
              <a:defRPr sz="12000">
                <a:solidFill>
                  <a:schemeClr val="dk1"/>
                </a:solidFill>
                <a:latin typeface="Archivo Light"/>
                <a:ea typeface="Archivo Light"/>
                <a:cs typeface="Archivo Light"/>
                <a:sym typeface="Archivo Light"/>
              </a:defRPr>
            </a:lvl3pPr>
            <a:lvl4pPr lvl="3">
              <a:spcBef>
                <a:spcPts val="0"/>
              </a:spcBef>
              <a:spcAft>
                <a:spcPts val="0"/>
              </a:spcAft>
              <a:buClr>
                <a:schemeClr val="dk1"/>
              </a:buClr>
              <a:buSzPts val="12000"/>
              <a:buFont typeface="Archivo Light"/>
              <a:buChar char="●"/>
              <a:defRPr sz="12000">
                <a:solidFill>
                  <a:schemeClr val="dk1"/>
                </a:solidFill>
                <a:latin typeface="Archivo Light"/>
                <a:ea typeface="Archivo Light"/>
                <a:cs typeface="Archivo Light"/>
                <a:sym typeface="Archivo Light"/>
              </a:defRPr>
            </a:lvl4pPr>
            <a:lvl5pPr lvl="4">
              <a:spcBef>
                <a:spcPts val="0"/>
              </a:spcBef>
              <a:spcAft>
                <a:spcPts val="0"/>
              </a:spcAft>
              <a:buClr>
                <a:schemeClr val="dk1"/>
              </a:buClr>
              <a:buSzPts val="12000"/>
              <a:buFont typeface="Archivo Light"/>
              <a:buChar char="○"/>
              <a:defRPr sz="12000">
                <a:solidFill>
                  <a:schemeClr val="dk1"/>
                </a:solidFill>
                <a:latin typeface="Archivo Light"/>
                <a:ea typeface="Archivo Light"/>
                <a:cs typeface="Archivo Light"/>
                <a:sym typeface="Archivo Light"/>
              </a:defRPr>
            </a:lvl5pPr>
            <a:lvl6pPr lvl="5">
              <a:spcBef>
                <a:spcPts val="0"/>
              </a:spcBef>
              <a:spcAft>
                <a:spcPts val="0"/>
              </a:spcAft>
              <a:buClr>
                <a:schemeClr val="dk1"/>
              </a:buClr>
              <a:buSzPts val="12000"/>
              <a:buFont typeface="Archivo Light"/>
              <a:buChar char="■"/>
              <a:defRPr sz="12000">
                <a:solidFill>
                  <a:schemeClr val="dk1"/>
                </a:solidFill>
                <a:latin typeface="Archivo Light"/>
                <a:ea typeface="Archivo Light"/>
                <a:cs typeface="Archivo Light"/>
                <a:sym typeface="Archivo Light"/>
              </a:defRPr>
            </a:lvl6pPr>
            <a:lvl7pPr lvl="6">
              <a:spcBef>
                <a:spcPts val="0"/>
              </a:spcBef>
              <a:spcAft>
                <a:spcPts val="0"/>
              </a:spcAft>
              <a:buClr>
                <a:schemeClr val="dk1"/>
              </a:buClr>
              <a:buSzPts val="12000"/>
              <a:buFont typeface="Archivo Light"/>
              <a:buChar char="●"/>
              <a:defRPr sz="12000">
                <a:solidFill>
                  <a:schemeClr val="dk1"/>
                </a:solidFill>
                <a:latin typeface="Archivo Light"/>
                <a:ea typeface="Archivo Light"/>
                <a:cs typeface="Archivo Light"/>
                <a:sym typeface="Archivo Light"/>
              </a:defRPr>
            </a:lvl7pPr>
            <a:lvl8pPr lvl="7">
              <a:spcBef>
                <a:spcPts val="0"/>
              </a:spcBef>
              <a:spcAft>
                <a:spcPts val="0"/>
              </a:spcAft>
              <a:buClr>
                <a:schemeClr val="dk1"/>
              </a:buClr>
              <a:buSzPts val="12000"/>
              <a:buFont typeface="Archivo Light"/>
              <a:buChar char="○"/>
              <a:defRPr sz="12000">
                <a:solidFill>
                  <a:schemeClr val="dk1"/>
                </a:solidFill>
                <a:latin typeface="Archivo Light"/>
                <a:ea typeface="Archivo Light"/>
                <a:cs typeface="Archivo Light"/>
                <a:sym typeface="Archivo Light"/>
              </a:defRPr>
            </a:lvl8pPr>
            <a:lvl9pPr lvl="8">
              <a:spcBef>
                <a:spcPts val="0"/>
              </a:spcBef>
              <a:spcAft>
                <a:spcPts val="0"/>
              </a:spcAft>
              <a:buClr>
                <a:schemeClr val="dk1"/>
              </a:buClr>
              <a:buSzPts val="12000"/>
              <a:buFont typeface="Archivo Light"/>
              <a:buChar char="■"/>
              <a:defRPr sz="12000">
                <a:solidFill>
                  <a:schemeClr val="dk1"/>
                </a:solidFill>
                <a:latin typeface="Archivo Light"/>
                <a:ea typeface="Archivo Light"/>
                <a:cs typeface="Archivo Light"/>
                <a:sym typeface="Archivo Light"/>
              </a:defRPr>
            </a:lvl9pPr>
          </a:lstStyle>
          <a:p>
            <a:r>
              <a:t>xx%</a:t>
            </a:r>
          </a:p>
        </p:txBody>
      </p:sp>
      <p:sp>
        <p:nvSpPr>
          <p:cNvPr id="279" name="Google Shape;279;p30"/>
          <p:cNvSpPr txBox="1"/>
          <p:nvPr>
            <p:ph idx="14" type="subTitle"/>
          </p:nvPr>
        </p:nvSpPr>
        <p:spPr>
          <a:xfrm>
            <a:off x="361975" y="539900"/>
            <a:ext cx="2850300" cy="31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2000"/>
              <a:buFont typeface="Archivo"/>
              <a:buNone/>
              <a:defRPr sz="20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2">
  <p:cSld name="BLANK_1_1_1_1_1_1_1_1_1_1_1_1_1_1_1_4">
    <p:bg>
      <p:bgPr>
        <a:solidFill>
          <a:schemeClr val="lt1"/>
        </a:solidFill>
      </p:bgPr>
    </p:bg>
    <p:spTree>
      <p:nvGrpSpPr>
        <p:cNvPr id="280" name="Shape 280"/>
        <p:cNvGrpSpPr/>
        <p:nvPr/>
      </p:nvGrpSpPr>
      <p:grpSpPr>
        <a:xfrm>
          <a:off x="0" y="0"/>
          <a:ext cx="0" cy="0"/>
          <a:chOff x="0" y="0"/>
          <a:chExt cx="0" cy="0"/>
        </a:xfrm>
      </p:grpSpPr>
      <p:pic>
        <p:nvPicPr>
          <p:cNvPr id="281" name="Google Shape;281;p31"/>
          <p:cNvPicPr preferRelativeResize="0"/>
          <p:nvPr/>
        </p:nvPicPr>
        <p:blipFill>
          <a:blip r:embed="rId2">
            <a:alphaModFix/>
          </a:blip>
          <a:stretch>
            <a:fillRect/>
          </a:stretch>
        </p:blipFill>
        <p:spPr>
          <a:xfrm>
            <a:off x="0" y="0"/>
            <a:ext cx="9144000" cy="5143500"/>
          </a:xfrm>
          <a:prstGeom prst="rect">
            <a:avLst/>
          </a:prstGeom>
          <a:noFill/>
          <a:ln>
            <a:noFill/>
          </a:ln>
        </p:spPr>
      </p:pic>
      <p:sp>
        <p:nvSpPr>
          <p:cNvPr id="282" name="Google Shape;282;p31"/>
          <p:cNvSpPr/>
          <p:nvPr>
            <p:ph idx="2" type="pic"/>
          </p:nvPr>
        </p:nvSpPr>
        <p:spPr>
          <a:xfrm>
            <a:off x="6773700" y="1600350"/>
            <a:ext cx="2001300" cy="605100"/>
          </a:xfrm>
          <a:prstGeom prst="roundRect">
            <a:avLst>
              <a:gd fmla="val 27045" name="adj"/>
            </a:avLst>
          </a:prstGeom>
          <a:noFill/>
          <a:ln>
            <a:noFill/>
          </a:ln>
        </p:spPr>
      </p:sp>
      <p:sp>
        <p:nvSpPr>
          <p:cNvPr id="283" name="Google Shape;283;p31"/>
          <p:cNvSpPr/>
          <p:nvPr>
            <p:ph idx="3" type="pic"/>
          </p:nvPr>
        </p:nvSpPr>
        <p:spPr>
          <a:xfrm>
            <a:off x="4636725" y="1600350"/>
            <a:ext cx="2001300" cy="605100"/>
          </a:xfrm>
          <a:prstGeom prst="roundRect">
            <a:avLst>
              <a:gd fmla="val 25760" name="adj"/>
            </a:avLst>
          </a:prstGeom>
          <a:noFill/>
          <a:ln>
            <a:noFill/>
          </a:ln>
        </p:spPr>
      </p:sp>
      <p:sp>
        <p:nvSpPr>
          <p:cNvPr id="284" name="Google Shape;284;p31"/>
          <p:cNvSpPr/>
          <p:nvPr>
            <p:ph idx="4" type="pic"/>
          </p:nvPr>
        </p:nvSpPr>
        <p:spPr>
          <a:xfrm>
            <a:off x="2499750" y="1600350"/>
            <a:ext cx="2005200" cy="605100"/>
          </a:xfrm>
          <a:prstGeom prst="roundRect">
            <a:avLst>
              <a:gd fmla="val 25545" name="adj"/>
            </a:avLst>
          </a:prstGeom>
          <a:noFill/>
          <a:ln>
            <a:noFill/>
          </a:ln>
        </p:spPr>
      </p:sp>
      <p:sp>
        <p:nvSpPr>
          <p:cNvPr id="285" name="Google Shape;285;p31"/>
          <p:cNvSpPr/>
          <p:nvPr>
            <p:ph idx="5" type="pic"/>
          </p:nvPr>
        </p:nvSpPr>
        <p:spPr>
          <a:xfrm>
            <a:off x="361950" y="1600350"/>
            <a:ext cx="2001300" cy="605100"/>
          </a:xfrm>
          <a:prstGeom prst="roundRect">
            <a:avLst>
              <a:gd fmla="val 26529" name="adj"/>
            </a:avLst>
          </a:prstGeom>
          <a:noFill/>
          <a:ln>
            <a:noFill/>
          </a:ln>
        </p:spPr>
      </p:sp>
      <p:sp>
        <p:nvSpPr>
          <p:cNvPr id="286" name="Google Shape;286;p31"/>
          <p:cNvSpPr txBox="1"/>
          <p:nvPr>
            <p:ph type="title"/>
          </p:nvPr>
        </p:nvSpPr>
        <p:spPr>
          <a:xfrm>
            <a:off x="361975" y="1066100"/>
            <a:ext cx="6243300" cy="455100"/>
          </a:xfrm>
          <a:prstGeom prst="rect">
            <a:avLst/>
          </a:prstGeom>
        </p:spPr>
        <p:txBody>
          <a:bodyPr anchorCtr="0" anchor="t" bIns="137150" lIns="0" spcFirstLastPara="1" rIns="0" wrap="square" tIns="137150">
            <a:norm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SzPts val="1400"/>
              <a:buFont typeface="Archivo SemiBold"/>
              <a:buNone/>
              <a:defRPr>
                <a:latin typeface="Archivo SemiBold"/>
                <a:ea typeface="Archivo SemiBold"/>
                <a:cs typeface="Archivo SemiBold"/>
                <a:sym typeface="Archivo SemiBold"/>
              </a:defRPr>
            </a:lvl2pPr>
            <a:lvl3pPr lvl="2">
              <a:spcBef>
                <a:spcPts val="0"/>
              </a:spcBef>
              <a:spcAft>
                <a:spcPts val="0"/>
              </a:spcAft>
              <a:buSzPts val="1400"/>
              <a:buFont typeface="Archivo SemiBold"/>
              <a:buNone/>
              <a:defRPr>
                <a:latin typeface="Archivo SemiBold"/>
                <a:ea typeface="Archivo SemiBold"/>
                <a:cs typeface="Archivo SemiBold"/>
                <a:sym typeface="Archivo SemiBold"/>
              </a:defRPr>
            </a:lvl3pPr>
            <a:lvl4pPr lvl="3">
              <a:spcBef>
                <a:spcPts val="0"/>
              </a:spcBef>
              <a:spcAft>
                <a:spcPts val="0"/>
              </a:spcAft>
              <a:buSzPts val="1400"/>
              <a:buFont typeface="Archivo SemiBold"/>
              <a:buNone/>
              <a:defRPr>
                <a:latin typeface="Archivo SemiBold"/>
                <a:ea typeface="Archivo SemiBold"/>
                <a:cs typeface="Archivo SemiBold"/>
                <a:sym typeface="Archivo SemiBold"/>
              </a:defRPr>
            </a:lvl4pPr>
            <a:lvl5pPr lvl="4">
              <a:spcBef>
                <a:spcPts val="0"/>
              </a:spcBef>
              <a:spcAft>
                <a:spcPts val="0"/>
              </a:spcAft>
              <a:buSzPts val="1400"/>
              <a:buFont typeface="Archivo SemiBold"/>
              <a:buNone/>
              <a:defRPr>
                <a:latin typeface="Archivo SemiBold"/>
                <a:ea typeface="Archivo SemiBold"/>
                <a:cs typeface="Archivo SemiBold"/>
                <a:sym typeface="Archivo SemiBold"/>
              </a:defRPr>
            </a:lvl5pPr>
            <a:lvl6pPr lvl="5">
              <a:spcBef>
                <a:spcPts val="0"/>
              </a:spcBef>
              <a:spcAft>
                <a:spcPts val="0"/>
              </a:spcAft>
              <a:buSzPts val="1400"/>
              <a:buFont typeface="Archivo SemiBold"/>
              <a:buNone/>
              <a:defRPr>
                <a:latin typeface="Archivo SemiBold"/>
                <a:ea typeface="Archivo SemiBold"/>
                <a:cs typeface="Archivo SemiBold"/>
                <a:sym typeface="Archivo SemiBold"/>
              </a:defRPr>
            </a:lvl6pPr>
            <a:lvl7pPr lvl="6">
              <a:spcBef>
                <a:spcPts val="0"/>
              </a:spcBef>
              <a:spcAft>
                <a:spcPts val="0"/>
              </a:spcAft>
              <a:buSzPts val="1400"/>
              <a:buFont typeface="Archivo SemiBold"/>
              <a:buNone/>
              <a:defRPr>
                <a:latin typeface="Archivo SemiBold"/>
                <a:ea typeface="Archivo SemiBold"/>
                <a:cs typeface="Archivo SemiBold"/>
                <a:sym typeface="Archivo SemiBold"/>
              </a:defRPr>
            </a:lvl7pPr>
            <a:lvl8pPr lvl="7">
              <a:spcBef>
                <a:spcPts val="0"/>
              </a:spcBef>
              <a:spcAft>
                <a:spcPts val="0"/>
              </a:spcAft>
              <a:buSzPts val="1400"/>
              <a:buFont typeface="Archivo SemiBold"/>
              <a:buNone/>
              <a:defRPr>
                <a:latin typeface="Archivo SemiBold"/>
                <a:ea typeface="Archivo SemiBold"/>
                <a:cs typeface="Archivo SemiBold"/>
                <a:sym typeface="Archivo SemiBold"/>
              </a:defRPr>
            </a:lvl8pPr>
            <a:lvl9pPr lvl="8">
              <a:spcBef>
                <a:spcPts val="0"/>
              </a:spcBef>
              <a:spcAft>
                <a:spcPts val="0"/>
              </a:spcAft>
              <a:buSzPts val="1400"/>
              <a:buFont typeface="Archivo SemiBold"/>
              <a:buNone/>
              <a:defRPr>
                <a:latin typeface="Archivo SemiBold"/>
                <a:ea typeface="Archivo SemiBold"/>
                <a:cs typeface="Archivo SemiBold"/>
                <a:sym typeface="Archivo SemiBold"/>
              </a:defRPr>
            </a:lvl9pPr>
          </a:lstStyle>
          <a:p/>
        </p:txBody>
      </p:sp>
      <p:sp>
        <p:nvSpPr>
          <p:cNvPr id="287" name="Google Shape;287;p31"/>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Archivo"/>
                <a:ea typeface="Archivo"/>
                <a:cs typeface="Archivo"/>
                <a:sym typeface="Archivo"/>
              </a:defRPr>
            </a:lvl1pPr>
            <a:lvl2pPr lvl="1" algn="r">
              <a:buNone/>
              <a:defRPr sz="700">
                <a:solidFill>
                  <a:schemeClr val="dk1"/>
                </a:solidFill>
                <a:latin typeface="Archivo"/>
                <a:ea typeface="Archivo"/>
                <a:cs typeface="Archivo"/>
                <a:sym typeface="Archivo"/>
              </a:defRPr>
            </a:lvl2pPr>
            <a:lvl3pPr lvl="2" algn="r">
              <a:buNone/>
              <a:defRPr sz="700">
                <a:solidFill>
                  <a:schemeClr val="dk1"/>
                </a:solidFill>
                <a:latin typeface="Archivo"/>
                <a:ea typeface="Archivo"/>
                <a:cs typeface="Archivo"/>
                <a:sym typeface="Archivo"/>
              </a:defRPr>
            </a:lvl3pPr>
            <a:lvl4pPr lvl="3" algn="r">
              <a:buNone/>
              <a:defRPr sz="700">
                <a:solidFill>
                  <a:schemeClr val="dk1"/>
                </a:solidFill>
                <a:latin typeface="Archivo"/>
                <a:ea typeface="Archivo"/>
                <a:cs typeface="Archivo"/>
                <a:sym typeface="Archivo"/>
              </a:defRPr>
            </a:lvl4pPr>
            <a:lvl5pPr lvl="4" algn="r">
              <a:buNone/>
              <a:defRPr sz="700">
                <a:solidFill>
                  <a:schemeClr val="dk1"/>
                </a:solidFill>
                <a:latin typeface="Archivo"/>
                <a:ea typeface="Archivo"/>
                <a:cs typeface="Archivo"/>
                <a:sym typeface="Archivo"/>
              </a:defRPr>
            </a:lvl5pPr>
            <a:lvl6pPr lvl="5" algn="r">
              <a:buNone/>
              <a:defRPr sz="700">
                <a:solidFill>
                  <a:schemeClr val="dk1"/>
                </a:solidFill>
                <a:latin typeface="Archivo"/>
                <a:ea typeface="Archivo"/>
                <a:cs typeface="Archivo"/>
                <a:sym typeface="Archivo"/>
              </a:defRPr>
            </a:lvl6pPr>
            <a:lvl7pPr lvl="6" algn="r">
              <a:buNone/>
              <a:defRPr sz="700">
                <a:solidFill>
                  <a:schemeClr val="dk1"/>
                </a:solidFill>
                <a:latin typeface="Archivo"/>
                <a:ea typeface="Archivo"/>
                <a:cs typeface="Archivo"/>
                <a:sym typeface="Archivo"/>
              </a:defRPr>
            </a:lvl7pPr>
            <a:lvl8pPr lvl="7" algn="r">
              <a:buNone/>
              <a:defRPr sz="700">
                <a:solidFill>
                  <a:schemeClr val="dk1"/>
                </a:solidFill>
                <a:latin typeface="Archivo"/>
                <a:ea typeface="Archivo"/>
                <a:cs typeface="Archivo"/>
                <a:sym typeface="Archivo"/>
              </a:defRPr>
            </a:lvl8pPr>
            <a:lvl9pPr lvl="8" algn="r">
              <a:buNone/>
              <a:defRPr sz="700">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
        <p:nvSpPr>
          <p:cNvPr id="288" name="Google Shape;288;p31"/>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Archivo"/>
              <a:buNone/>
              <a:defRPr sz="7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
        <p:nvSpPr>
          <p:cNvPr id="289" name="Google Shape;289;p31"/>
          <p:cNvSpPr txBox="1"/>
          <p:nvPr>
            <p:ph idx="6" type="subTitle"/>
          </p:nvPr>
        </p:nvSpPr>
        <p:spPr>
          <a:xfrm>
            <a:off x="528567" y="2459450"/>
            <a:ext cx="1654500" cy="20919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290" name="Google Shape;290;p31"/>
          <p:cNvSpPr txBox="1"/>
          <p:nvPr>
            <p:ph idx="7" type="subTitle"/>
          </p:nvPr>
        </p:nvSpPr>
        <p:spPr>
          <a:xfrm>
            <a:off x="2664436" y="2459450"/>
            <a:ext cx="1654500" cy="20919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291" name="Google Shape;291;p31"/>
          <p:cNvSpPr txBox="1"/>
          <p:nvPr>
            <p:ph idx="8" type="subTitle"/>
          </p:nvPr>
        </p:nvSpPr>
        <p:spPr>
          <a:xfrm>
            <a:off x="4803102" y="2459450"/>
            <a:ext cx="1654500" cy="20919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292" name="Google Shape;292;p31"/>
          <p:cNvSpPr txBox="1"/>
          <p:nvPr>
            <p:ph idx="9" type="subTitle"/>
          </p:nvPr>
        </p:nvSpPr>
        <p:spPr>
          <a:xfrm>
            <a:off x="6938513" y="2459450"/>
            <a:ext cx="1654500" cy="20919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293" name="Google Shape;293;p31"/>
          <p:cNvSpPr txBox="1"/>
          <p:nvPr>
            <p:ph idx="13" type="subTitle"/>
          </p:nvPr>
        </p:nvSpPr>
        <p:spPr>
          <a:xfrm>
            <a:off x="361975" y="539900"/>
            <a:ext cx="8367600" cy="31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2000"/>
              <a:buFont typeface="Archivo"/>
              <a:buNone/>
              <a:defRPr sz="20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big ideas">
  <p:cSld name="CUSTOM_13">
    <p:spTree>
      <p:nvGrpSpPr>
        <p:cNvPr id="294" name="Shape 294"/>
        <p:cNvGrpSpPr/>
        <p:nvPr/>
      </p:nvGrpSpPr>
      <p:grpSpPr>
        <a:xfrm>
          <a:off x="0" y="0"/>
          <a:ext cx="0" cy="0"/>
          <a:chOff x="0" y="0"/>
          <a:chExt cx="0" cy="0"/>
        </a:xfrm>
      </p:grpSpPr>
      <p:pic>
        <p:nvPicPr>
          <p:cNvPr id="295" name="Google Shape;295;p32"/>
          <p:cNvPicPr preferRelativeResize="0"/>
          <p:nvPr/>
        </p:nvPicPr>
        <p:blipFill>
          <a:blip r:embed="rId2">
            <a:alphaModFix/>
          </a:blip>
          <a:stretch>
            <a:fillRect/>
          </a:stretch>
        </p:blipFill>
        <p:spPr>
          <a:xfrm>
            <a:off x="0" y="0"/>
            <a:ext cx="9144000" cy="5143500"/>
          </a:xfrm>
          <a:prstGeom prst="rect">
            <a:avLst/>
          </a:prstGeom>
          <a:noFill/>
          <a:ln>
            <a:noFill/>
          </a:ln>
        </p:spPr>
      </p:pic>
      <p:sp>
        <p:nvSpPr>
          <p:cNvPr id="296" name="Google Shape;296;p32"/>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Archivo"/>
                <a:ea typeface="Archivo"/>
                <a:cs typeface="Archivo"/>
                <a:sym typeface="Archivo"/>
              </a:defRPr>
            </a:lvl1pPr>
            <a:lvl2pPr lvl="1" algn="r">
              <a:buNone/>
              <a:defRPr sz="700">
                <a:solidFill>
                  <a:schemeClr val="dk1"/>
                </a:solidFill>
                <a:latin typeface="Archivo"/>
                <a:ea typeface="Archivo"/>
                <a:cs typeface="Archivo"/>
                <a:sym typeface="Archivo"/>
              </a:defRPr>
            </a:lvl2pPr>
            <a:lvl3pPr lvl="2" algn="r">
              <a:buNone/>
              <a:defRPr sz="700">
                <a:solidFill>
                  <a:schemeClr val="dk1"/>
                </a:solidFill>
                <a:latin typeface="Archivo"/>
                <a:ea typeface="Archivo"/>
                <a:cs typeface="Archivo"/>
                <a:sym typeface="Archivo"/>
              </a:defRPr>
            </a:lvl3pPr>
            <a:lvl4pPr lvl="3" algn="r">
              <a:buNone/>
              <a:defRPr sz="700">
                <a:solidFill>
                  <a:schemeClr val="dk1"/>
                </a:solidFill>
                <a:latin typeface="Archivo"/>
                <a:ea typeface="Archivo"/>
                <a:cs typeface="Archivo"/>
                <a:sym typeface="Archivo"/>
              </a:defRPr>
            </a:lvl4pPr>
            <a:lvl5pPr lvl="4" algn="r">
              <a:buNone/>
              <a:defRPr sz="700">
                <a:solidFill>
                  <a:schemeClr val="dk1"/>
                </a:solidFill>
                <a:latin typeface="Archivo"/>
                <a:ea typeface="Archivo"/>
                <a:cs typeface="Archivo"/>
                <a:sym typeface="Archivo"/>
              </a:defRPr>
            </a:lvl5pPr>
            <a:lvl6pPr lvl="5" algn="r">
              <a:buNone/>
              <a:defRPr sz="700">
                <a:solidFill>
                  <a:schemeClr val="dk1"/>
                </a:solidFill>
                <a:latin typeface="Archivo"/>
                <a:ea typeface="Archivo"/>
                <a:cs typeface="Archivo"/>
                <a:sym typeface="Archivo"/>
              </a:defRPr>
            </a:lvl6pPr>
            <a:lvl7pPr lvl="6" algn="r">
              <a:buNone/>
              <a:defRPr sz="700">
                <a:solidFill>
                  <a:schemeClr val="dk1"/>
                </a:solidFill>
                <a:latin typeface="Archivo"/>
                <a:ea typeface="Archivo"/>
                <a:cs typeface="Archivo"/>
                <a:sym typeface="Archivo"/>
              </a:defRPr>
            </a:lvl7pPr>
            <a:lvl8pPr lvl="7" algn="r">
              <a:buNone/>
              <a:defRPr sz="700">
                <a:solidFill>
                  <a:schemeClr val="dk1"/>
                </a:solidFill>
                <a:latin typeface="Archivo"/>
                <a:ea typeface="Archivo"/>
                <a:cs typeface="Archivo"/>
                <a:sym typeface="Archivo"/>
              </a:defRPr>
            </a:lvl8pPr>
            <a:lvl9pPr lvl="8" algn="r">
              <a:buNone/>
              <a:defRPr sz="700">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
        <p:nvSpPr>
          <p:cNvPr id="297" name="Google Shape;297;p32"/>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Archivo"/>
              <a:buNone/>
              <a:defRPr sz="7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
        <p:nvSpPr>
          <p:cNvPr id="298" name="Google Shape;298;p32"/>
          <p:cNvSpPr txBox="1"/>
          <p:nvPr>
            <p:ph idx="2" type="subTitle"/>
          </p:nvPr>
        </p:nvSpPr>
        <p:spPr>
          <a:xfrm>
            <a:off x="494689" y="1960052"/>
            <a:ext cx="1319700" cy="314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299" name="Google Shape;299;p32"/>
          <p:cNvSpPr txBox="1"/>
          <p:nvPr>
            <p:ph idx="3" type="body"/>
          </p:nvPr>
        </p:nvSpPr>
        <p:spPr>
          <a:xfrm>
            <a:off x="494689" y="2274201"/>
            <a:ext cx="1319700" cy="2345100"/>
          </a:xfrm>
          <a:prstGeom prst="rect">
            <a:avLst/>
          </a:prstGeom>
        </p:spPr>
        <p:txBody>
          <a:bodyPr anchorCtr="0" anchor="t" bIns="137150" lIns="0" spcFirstLastPara="1" rIns="0" wrap="square" tIns="137150">
            <a:noAutofit/>
          </a:bodyPr>
          <a:lstStyle>
            <a:lvl1pPr indent="-292100" lvl="0" marL="457200">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300" name="Google Shape;300;p32"/>
          <p:cNvSpPr txBox="1"/>
          <p:nvPr>
            <p:ph idx="4" type="subTitle"/>
          </p:nvPr>
        </p:nvSpPr>
        <p:spPr>
          <a:xfrm>
            <a:off x="2203520" y="1960052"/>
            <a:ext cx="1319700" cy="314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301" name="Google Shape;301;p32"/>
          <p:cNvSpPr txBox="1"/>
          <p:nvPr>
            <p:ph idx="5" type="body"/>
          </p:nvPr>
        </p:nvSpPr>
        <p:spPr>
          <a:xfrm>
            <a:off x="2203520" y="2274201"/>
            <a:ext cx="1319700" cy="2345100"/>
          </a:xfrm>
          <a:prstGeom prst="rect">
            <a:avLst/>
          </a:prstGeom>
        </p:spPr>
        <p:txBody>
          <a:bodyPr anchorCtr="0" anchor="t" bIns="137150" lIns="0" spcFirstLastPara="1" rIns="0" wrap="square" tIns="137150">
            <a:noAutofit/>
          </a:bodyPr>
          <a:lstStyle>
            <a:lvl1pPr indent="-292100" lvl="0" marL="457200">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302" name="Google Shape;302;p32"/>
          <p:cNvSpPr txBox="1"/>
          <p:nvPr>
            <p:ph idx="6" type="subTitle"/>
          </p:nvPr>
        </p:nvSpPr>
        <p:spPr>
          <a:xfrm>
            <a:off x="3912390" y="1960052"/>
            <a:ext cx="1319700" cy="314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303" name="Google Shape;303;p32"/>
          <p:cNvSpPr txBox="1"/>
          <p:nvPr>
            <p:ph idx="7" type="body"/>
          </p:nvPr>
        </p:nvSpPr>
        <p:spPr>
          <a:xfrm>
            <a:off x="3912390" y="2274201"/>
            <a:ext cx="1319700" cy="2345100"/>
          </a:xfrm>
          <a:prstGeom prst="rect">
            <a:avLst/>
          </a:prstGeom>
        </p:spPr>
        <p:txBody>
          <a:bodyPr anchorCtr="0" anchor="t" bIns="137150" lIns="0" spcFirstLastPara="1" rIns="0" wrap="square" tIns="137150">
            <a:noAutofit/>
          </a:bodyPr>
          <a:lstStyle>
            <a:lvl1pPr indent="-292100" lvl="0" marL="457200">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304" name="Google Shape;304;p32"/>
          <p:cNvSpPr txBox="1"/>
          <p:nvPr>
            <p:ph idx="8" type="subTitle"/>
          </p:nvPr>
        </p:nvSpPr>
        <p:spPr>
          <a:xfrm>
            <a:off x="5621020" y="1960052"/>
            <a:ext cx="1319700" cy="314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305" name="Google Shape;305;p32"/>
          <p:cNvSpPr txBox="1"/>
          <p:nvPr>
            <p:ph idx="9" type="body"/>
          </p:nvPr>
        </p:nvSpPr>
        <p:spPr>
          <a:xfrm>
            <a:off x="5621020" y="2274201"/>
            <a:ext cx="1319700" cy="2345100"/>
          </a:xfrm>
          <a:prstGeom prst="rect">
            <a:avLst/>
          </a:prstGeom>
        </p:spPr>
        <p:txBody>
          <a:bodyPr anchorCtr="0" anchor="t" bIns="137150" lIns="0" spcFirstLastPara="1" rIns="0" wrap="square" tIns="137150">
            <a:noAutofit/>
          </a:bodyPr>
          <a:lstStyle>
            <a:lvl1pPr indent="-292100" lvl="0" marL="457200">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306" name="Google Shape;306;p32"/>
          <p:cNvSpPr txBox="1"/>
          <p:nvPr>
            <p:ph idx="13" type="subTitle"/>
          </p:nvPr>
        </p:nvSpPr>
        <p:spPr>
          <a:xfrm>
            <a:off x="7329172" y="1960052"/>
            <a:ext cx="1319700" cy="314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307" name="Google Shape;307;p32"/>
          <p:cNvSpPr txBox="1"/>
          <p:nvPr>
            <p:ph idx="14" type="body"/>
          </p:nvPr>
        </p:nvSpPr>
        <p:spPr>
          <a:xfrm>
            <a:off x="7329172" y="2274201"/>
            <a:ext cx="1319700" cy="2345100"/>
          </a:xfrm>
          <a:prstGeom prst="rect">
            <a:avLst/>
          </a:prstGeom>
        </p:spPr>
        <p:txBody>
          <a:bodyPr anchorCtr="0" anchor="t" bIns="137150" lIns="0" spcFirstLastPara="1" rIns="0" wrap="square" tIns="137150">
            <a:noAutofit/>
          </a:bodyPr>
          <a:lstStyle>
            <a:lvl1pPr indent="-292100" lvl="0" marL="457200">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308" name="Google Shape;308;p32"/>
          <p:cNvSpPr txBox="1"/>
          <p:nvPr>
            <p:ph type="title"/>
          </p:nvPr>
        </p:nvSpPr>
        <p:spPr>
          <a:xfrm>
            <a:off x="357700" y="1066100"/>
            <a:ext cx="6243300" cy="455100"/>
          </a:xfrm>
          <a:prstGeom prst="rect">
            <a:avLst/>
          </a:prstGeom>
        </p:spPr>
        <p:txBody>
          <a:bodyPr anchorCtr="0" anchor="t" bIns="137150" lIns="0" spcFirstLastPara="1" rIns="0" wrap="square" tIns="137150">
            <a:norm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SzPts val="1400"/>
              <a:buFont typeface="Archivo SemiBold"/>
              <a:buNone/>
              <a:defRPr>
                <a:latin typeface="Archivo SemiBold"/>
                <a:ea typeface="Archivo SemiBold"/>
                <a:cs typeface="Archivo SemiBold"/>
                <a:sym typeface="Archivo SemiBold"/>
              </a:defRPr>
            </a:lvl2pPr>
            <a:lvl3pPr lvl="2">
              <a:spcBef>
                <a:spcPts val="0"/>
              </a:spcBef>
              <a:spcAft>
                <a:spcPts val="0"/>
              </a:spcAft>
              <a:buSzPts val="1400"/>
              <a:buFont typeface="Archivo SemiBold"/>
              <a:buNone/>
              <a:defRPr>
                <a:latin typeface="Archivo SemiBold"/>
                <a:ea typeface="Archivo SemiBold"/>
                <a:cs typeface="Archivo SemiBold"/>
                <a:sym typeface="Archivo SemiBold"/>
              </a:defRPr>
            </a:lvl3pPr>
            <a:lvl4pPr lvl="3">
              <a:spcBef>
                <a:spcPts val="0"/>
              </a:spcBef>
              <a:spcAft>
                <a:spcPts val="0"/>
              </a:spcAft>
              <a:buSzPts val="1400"/>
              <a:buFont typeface="Archivo SemiBold"/>
              <a:buNone/>
              <a:defRPr>
                <a:latin typeface="Archivo SemiBold"/>
                <a:ea typeface="Archivo SemiBold"/>
                <a:cs typeface="Archivo SemiBold"/>
                <a:sym typeface="Archivo SemiBold"/>
              </a:defRPr>
            </a:lvl4pPr>
            <a:lvl5pPr lvl="4">
              <a:spcBef>
                <a:spcPts val="0"/>
              </a:spcBef>
              <a:spcAft>
                <a:spcPts val="0"/>
              </a:spcAft>
              <a:buSzPts val="1400"/>
              <a:buFont typeface="Archivo SemiBold"/>
              <a:buNone/>
              <a:defRPr>
                <a:latin typeface="Archivo SemiBold"/>
                <a:ea typeface="Archivo SemiBold"/>
                <a:cs typeface="Archivo SemiBold"/>
                <a:sym typeface="Archivo SemiBold"/>
              </a:defRPr>
            </a:lvl5pPr>
            <a:lvl6pPr lvl="5">
              <a:spcBef>
                <a:spcPts val="0"/>
              </a:spcBef>
              <a:spcAft>
                <a:spcPts val="0"/>
              </a:spcAft>
              <a:buSzPts val="1400"/>
              <a:buFont typeface="Archivo SemiBold"/>
              <a:buNone/>
              <a:defRPr>
                <a:latin typeface="Archivo SemiBold"/>
                <a:ea typeface="Archivo SemiBold"/>
                <a:cs typeface="Archivo SemiBold"/>
                <a:sym typeface="Archivo SemiBold"/>
              </a:defRPr>
            </a:lvl6pPr>
            <a:lvl7pPr lvl="6">
              <a:spcBef>
                <a:spcPts val="0"/>
              </a:spcBef>
              <a:spcAft>
                <a:spcPts val="0"/>
              </a:spcAft>
              <a:buSzPts val="1400"/>
              <a:buFont typeface="Archivo SemiBold"/>
              <a:buNone/>
              <a:defRPr>
                <a:latin typeface="Archivo SemiBold"/>
                <a:ea typeface="Archivo SemiBold"/>
                <a:cs typeface="Archivo SemiBold"/>
                <a:sym typeface="Archivo SemiBold"/>
              </a:defRPr>
            </a:lvl7pPr>
            <a:lvl8pPr lvl="7">
              <a:spcBef>
                <a:spcPts val="0"/>
              </a:spcBef>
              <a:spcAft>
                <a:spcPts val="0"/>
              </a:spcAft>
              <a:buSzPts val="1400"/>
              <a:buFont typeface="Archivo SemiBold"/>
              <a:buNone/>
              <a:defRPr>
                <a:latin typeface="Archivo SemiBold"/>
                <a:ea typeface="Archivo SemiBold"/>
                <a:cs typeface="Archivo SemiBold"/>
                <a:sym typeface="Archivo SemiBold"/>
              </a:defRPr>
            </a:lvl8pPr>
            <a:lvl9pPr lvl="8">
              <a:spcBef>
                <a:spcPts val="0"/>
              </a:spcBef>
              <a:spcAft>
                <a:spcPts val="0"/>
              </a:spcAft>
              <a:buSzPts val="1400"/>
              <a:buFont typeface="Archivo SemiBold"/>
              <a:buNone/>
              <a:defRPr>
                <a:latin typeface="Archivo SemiBold"/>
                <a:ea typeface="Archivo SemiBold"/>
                <a:cs typeface="Archivo SemiBold"/>
                <a:sym typeface="Archivo SemiBold"/>
              </a:defRPr>
            </a:lvl9pPr>
          </a:lstStyle>
          <a:p/>
        </p:txBody>
      </p:sp>
      <p:sp>
        <p:nvSpPr>
          <p:cNvPr id="309" name="Google Shape;309;p32"/>
          <p:cNvSpPr txBox="1"/>
          <p:nvPr>
            <p:ph idx="15" type="subTitle"/>
          </p:nvPr>
        </p:nvSpPr>
        <p:spPr>
          <a:xfrm>
            <a:off x="361975" y="539900"/>
            <a:ext cx="8367600" cy="31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2000"/>
              <a:buFont typeface="Archivo"/>
              <a:buNone/>
              <a:defRPr sz="20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7_1_1_1_1_1_1_1_1_1_1_1_1_1_1_1_1_1_1_1_1">
    <p:bg>
      <p:bgPr>
        <a:solidFill>
          <a:schemeClr val="dk1"/>
        </a:solidFill>
      </p:bgPr>
    </p:bg>
    <p:spTree>
      <p:nvGrpSpPr>
        <p:cNvPr id="310" name="Shape 310"/>
        <p:cNvGrpSpPr/>
        <p:nvPr/>
      </p:nvGrpSpPr>
      <p:grpSpPr>
        <a:xfrm>
          <a:off x="0" y="0"/>
          <a:ext cx="0" cy="0"/>
          <a:chOff x="0" y="0"/>
          <a:chExt cx="0" cy="0"/>
        </a:xfrm>
      </p:grpSpPr>
      <p:pic>
        <p:nvPicPr>
          <p:cNvPr id="311" name="Google Shape;311;p33"/>
          <p:cNvPicPr preferRelativeResize="0"/>
          <p:nvPr/>
        </p:nvPicPr>
        <p:blipFill>
          <a:blip r:embed="rId2">
            <a:alphaModFix/>
          </a:blip>
          <a:stretch>
            <a:fillRect/>
          </a:stretch>
        </p:blipFill>
        <p:spPr>
          <a:xfrm>
            <a:off x="0" y="-1"/>
            <a:ext cx="9144000" cy="5143500"/>
          </a:xfrm>
          <a:prstGeom prst="rect">
            <a:avLst/>
          </a:prstGeom>
          <a:noFill/>
          <a:ln>
            <a:noFill/>
          </a:ln>
        </p:spPr>
      </p:pic>
      <p:sp>
        <p:nvSpPr>
          <p:cNvPr id="312" name="Google Shape;312;p33"/>
          <p:cNvSpPr txBox="1"/>
          <p:nvPr>
            <p:ph type="title"/>
          </p:nvPr>
        </p:nvSpPr>
        <p:spPr>
          <a:xfrm>
            <a:off x="361975" y="555540"/>
            <a:ext cx="8414700" cy="2778300"/>
          </a:xfrm>
          <a:prstGeom prst="rect">
            <a:avLst/>
          </a:prstGeom>
        </p:spPr>
        <p:txBody>
          <a:bodyPr anchorCtr="0" anchor="t" bIns="0" lIns="0" spcFirstLastPara="1" rIns="0" wrap="square" tIns="0">
            <a:normAutofit/>
          </a:bodyPr>
          <a:lstStyle>
            <a:lvl1pPr lvl="0">
              <a:spcBef>
                <a:spcPts val="0"/>
              </a:spcBef>
              <a:spcAft>
                <a:spcPts val="0"/>
              </a:spcAft>
              <a:buNone/>
              <a:defRPr sz="2000"/>
            </a:lvl1pPr>
            <a:lvl2pPr lvl="1">
              <a:spcBef>
                <a:spcPts val="1000"/>
              </a:spcBef>
              <a:spcAft>
                <a:spcPts val="0"/>
              </a:spcAft>
              <a:buNone/>
              <a:defRPr sz="2000"/>
            </a:lvl2pPr>
            <a:lvl3pPr lvl="2">
              <a:spcBef>
                <a:spcPts val="1000"/>
              </a:spcBef>
              <a:spcAft>
                <a:spcPts val="0"/>
              </a:spcAft>
              <a:buNone/>
              <a:defRPr sz="2000"/>
            </a:lvl3pPr>
            <a:lvl4pPr lvl="3">
              <a:spcBef>
                <a:spcPts val="1000"/>
              </a:spcBef>
              <a:spcAft>
                <a:spcPts val="0"/>
              </a:spcAft>
              <a:buNone/>
              <a:defRPr sz="2000"/>
            </a:lvl4pPr>
            <a:lvl5pPr lvl="4">
              <a:spcBef>
                <a:spcPts val="1000"/>
              </a:spcBef>
              <a:spcAft>
                <a:spcPts val="0"/>
              </a:spcAft>
              <a:buNone/>
              <a:defRPr sz="2000"/>
            </a:lvl5pPr>
            <a:lvl6pPr lvl="5">
              <a:spcBef>
                <a:spcPts val="1000"/>
              </a:spcBef>
              <a:spcAft>
                <a:spcPts val="0"/>
              </a:spcAft>
              <a:buNone/>
              <a:defRPr sz="2000"/>
            </a:lvl6pPr>
            <a:lvl7pPr lvl="6">
              <a:spcBef>
                <a:spcPts val="1000"/>
              </a:spcBef>
              <a:spcAft>
                <a:spcPts val="0"/>
              </a:spcAft>
              <a:buNone/>
              <a:defRPr sz="2000"/>
            </a:lvl7pPr>
            <a:lvl8pPr lvl="7">
              <a:spcBef>
                <a:spcPts val="1000"/>
              </a:spcBef>
              <a:spcAft>
                <a:spcPts val="0"/>
              </a:spcAft>
              <a:buNone/>
              <a:defRPr sz="2000"/>
            </a:lvl8pPr>
            <a:lvl9pPr lvl="8">
              <a:spcBef>
                <a:spcPts val="1000"/>
              </a:spcBef>
              <a:spcAft>
                <a:spcPts val="1000"/>
              </a:spcAft>
              <a:buNone/>
              <a:defRPr sz="2000"/>
            </a:lvl9pPr>
          </a:lstStyle>
          <a:p/>
        </p:txBody>
      </p:sp>
      <p:sp>
        <p:nvSpPr>
          <p:cNvPr id="313" name="Google Shape;313;p33"/>
          <p:cNvSpPr/>
          <p:nvPr>
            <p:ph idx="2" type="pic"/>
          </p:nvPr>
        </p:nvSpPr>
        <p:spPr>
          <a:xfrm>
            <a:off x="342975" y="3777050"/>
            <a:ext cx="1002900" cy="1002900"/>
          </a:xfrm>
          <a:prstGeom prst="ellipse">
            <a:avLst/>
          </a:prstGeom>
          <a:noFill/>
          <a:ln>
            <a:noFill/>
          </a:ln>
        </p:spPr>
      </p:sp>
      <p:sp>
        <p:nvSpPr>
          <p:cNvPr id="314" name="Google Shape;314;p33"/>
          <p:cNvSpPr txBox="1"/>
          <p:nvPr>
            <p:ph idx="1" type="subTitle"/>
          </p:nvPr>
        </p:nvSpPr>
        <p:spPr>
          <a:xfrm>
            <a:off x="1345875" y="3958400"/>
            <a:ext cx="4017600" cy="320100"/>
          </a:xfrm>
          <a:prstGeom prst="rect">
            <a:avLst/>
          </a:prstGeom>
        </p:spPr>
        <p:txBody>
          <a:bodyPr anchorCtr="0" anchor="ctr" bIns="0" lIns="137150" spcFirstLastPara="1" rIns="274300" wrap="square" tIns="0">
            <a:normAutofit/>
          </a:bodyPr>
          <a:lstStyle>
            <a:lvl1pPr lvl="0">
              <a:spcBef>
                <a:spcPts val="0"/>
              </a:spcBef>
              <a:spcAft>
                <a:spcPts val="0"/>
              </a:spcAft>
              <a:buClr>
                <a:schemeClr val="dk1"/>
              </a:buClr>
              <a:buSzPts val="1200"/>
              <a:buFont typeface="Archivo SemiBold"/>
              <a:buNone/>
              <a:defRPr sz="1200">
                <a:latin typeface="Archivo SemiBold"/>
                <a:ea typeface="Archivo SemiBold"/>
                <a:cs typeface="Archivo SemiBold"/>
                <a:sym typeface="Archivo SemiBold"/>
              </a:defRPr>
            </a:lvl1pPr>
            <a:lvl2pPr lvl="1">
              <a:spcBef>
                <a:spcPts val="0"/>
              </a:spcBef>
              <a:spcAft>
                <a:spcPts val="0"/>
              </a:spcAft>
              <a:buClr>
                <a:schemeClr val="dk1"/>
              </a:buClr>
              <a:buSzPts val="1200"/>
              <a:buFont typeface="Archivo SemiBold"/>
              <a:buNone/>
              <a:defRPr sz="12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200"/>
              <a:buFont typeface="Archivo SemiBold"/>
              <a:buNone/>
              <a:defRPr sz="12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200"/>
              <a:buFont typeface="Archivo SemiBold"/>
              <a:buNone/>
              <a:defRPr sz="12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200"/>
              <a:buFont typeface="Archivo SemiBold"/>
              <a:buNone/>
              <a:defRPr sz="12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200"/>
              <a:buFont typeface="Archivo SemiBold"/>
              <a:buNone/>
              <a:defRPr sz="12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200"/>
              <a:buFont typeface="Archivo SemiBold"/>
              <a:buNone/>
              <a:defRPr sz="12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200"/>
              <a:buFont typeface="Archivo SemiBold"/>
              <a:buNone/>
              <a:defRPr sz="12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200"/>
              <a:buFont typeface="Archivo SemiBold"/>
              <a:buNone/>
              <a:defRPr sz="1200">
                <a:solidFill>
                  <a:schemeClr val="dk1"/>
                </a:solidFill>
                <a:latin typeface="Archivo SemiBold"/>
                <a:ea typeface="Archivo SemiBold"/>
                <a:cs typeface="Archivo SemiBold"/>
                <a:sym typeface="Archivo SemiBold"/>
              </a:defRPr>
            </a:lvl9pPr>
          </a:lstStyle>
          <a:p/>
        </p:txBody>
      </p:sp>
      <p:sp>
        <p:nvSpPr>
          <p:cNvPr id="315" name="Google Shape;315;p33"/>
          <p:cNvSpPr txBox="1"/>
          <p:nvPr>
            <p:ph idx="3" type="subTitle"/>
          </p:nvPr>
        </p:nvSpPr>
        <p:spPr>
          <a:xfrm>
            <a:off x="1345875" y="4278500"/>
            <a:ext cx="4017600" cy="320100"/>
          </a:xfrm>
          <a:prstGeom prst="rect">
            <a:avLst/>
          </a:prstGeom>
        </p:spPr>
        <p:txBody>
          <a:bodyPr anchorCtr="0" anchor="ctr" bIns="0" lIns="137150" spcFirstLastPara="1" rIns="274300" wrap="square" tIns="0">
            <a:normAutofit/>
          </a:bodyPr>
          <a:lstStyle>
            <a:lvl1pPr lvl="0">
              <a:spcBef>
                <a:spcPts val="0"/>
              </a:spcBef>
              <a:spcAft>
                <a:spcPts val="0"/>
              </a:spcAft>
              <a:buClr>
                <a:schemeClr val="dk1"/>
              </a:buClr>
              <a:buSzPts val="1200"/>
              <a:buFont typeface="Archivo"/>
              <a:buNone/>
              <a:defRPr sz="1200"/>
            </a:lvl1pPr>
            <a:lvl2pPr lvl="1">
              <a:spcBef>
                <a:spcPts val="0"/>
              </a:spcBef>
              <a:spcAft>
                <a:spcPts val="0"/>
              </a:spcAft>
              <a:buClr>
                <a:schemeClr val="dk1"/>
              </a:buClr>
              <a:buSzPts val="1200"/>
              <a:buFont typeface="Archivo"/>
              <a:buNone/>
              <a:defRPr sz="1200">
                <a:solidFill>
                  <a:schemeClr val="dk1"/>
                </a:solidFill>
              </a:defRPr>
            </a:lvl2pPr>
            <a:lvl3pPr lvl="2">
              <a:spcBef>
                <a:spcPts val="0"/>
              </a:spcBef>
              <a:spcAft>
                <a:spcPts val="0"/>
              </a:spcAft>
              <a:buClr>
                <a:schemeClr val="dk1"/>
              </a:buClr>
              <a:buSzPts val="1200"/>
              <a:buFont typeface="Archivo"/>
              <a:buNone/>
              <a:defRPr sz="1200">
                <a:solidFill>
                  <a:schemeClr val="dk1"/>
                </a:solidFill>
              </a:defRPr>
            </a:lvl3pPr>
            <a:lvl4pPr lvl="3">
              <a:spcBef>
                <a:spcPts val="0"/>
              </a:spcBef>
              <a:spcAft>
                <a:spcPts val="0"/>
              </a:spcAft>
              <a:buClr>
                <a:schemeClr val="dk1"/>
              </a:buClr>
              <a:buSzPts val="1200"/>
              <a:buFont typeface="Archivo"/>
              <a:buNone/>
              <a:defRPr sz="1200">
                <a:solidFill>
                  <a:schemeClr val="dk1"/>
                </a:solidFill>
              </a:defRPr>
            </a:lvl4pPr>
            <a:lvl5pPr lvl="4">
              <a:spcBef>
                <a:spcPts val="0"/>
              </a:spcBef>
              <a:spcAft>
                <a:spcPts val="0"/>
              </a:spcAft>
              <a:buClr>
                <a:schemeClr val="dk1"/>
              </a:buClr>
              <a:buSzPts val="1200"/>
              <a:buFont typeface="Archivo"/>
              <a:buNone/>
              <a:defRPr sz="1200">
                <a:solidFill>
                  <a:schemeClr val="dk1"/>
                </a:solidFill>
              </a:defRPr>
            </a:lvl5pPr>
            <a:lvl6pPr lvl="5">
              <a:spcBef>
                <a:spcPts val="0"/>
              </a:spcBef>
              <a:spcAft>
                <a:spcPts val="0"/>
              </a:spcAft>
              <a:buClr>
                <a:schemeClr val="dk1"/>
              </a:buClr>
              <a:buSzPts val="1200"/>
              <a:buFont typeface="Archivo"/>
              <a:buNone/>
              <a:defRPr sz="1200">
                <a:solidFill>
                  <a:schemeClr val="dk1"/>
                </a:solidFill>
              </a:defRPr>
            </a:lvl6pPr>
            <a:lvl7pPr lvl="6">
              <a:spcBef>
                <a:spcPts val="0"/>
              </a:spcBef>
              <a:spcAft>
                <a:spcPts val="0"/>
              </a:spcAft>
              <a:buClr>
                <a:schemeClr val="dk1"/>
              </a:buClr>
              <a:buSzPts val="1200"/>
              <a:buFont typeface="Archivo"/>
              <a:buNone/>
              <a:defRPr sz="1200">
                <a:solidFill>
                  <a:schemeClr val="dk1"/>
                </a:solidFill>
              </a:defRPr>
            </a:lvl7pPr>
            <a:lvl8pPr lvl="7">
              <a:spcBef>
                <a:spcPts val="0"/>
              </a:spcBef>
              <a:spcAft>
                <a:spcPts val="0"/>
              </a:spcAft>
              <a:buClr>
                <a:schemeClr val="dk1"/>
              </a:buClr>
              <a:buSzPts val="1200"/>
              <a:buFont typeface="Archivo"/>
              <a:buNone/>
              <a:defRPr sz="1200">
                <a:solidFill>
                  <a:schemeClr val="dk1"/>
                </a:solidFill>
              </a:defRPr>
            </a:lvl8pPr>
            <a:lvl9pPr lvl="8">
              <a:spcBef>
                <a:spcPts val="0"/>
              </a:spcBef>
              <a:spcAft>
                <a:spcPts val="0"/>
              </a:spcAft>
              <a:buClr>
                <a:schemeClr val="dk1"/>
              </a:buClr>
              <a:buSzPts val="1200"/>
              <a:buFont typeface="Archivo"/>
              <a:buNone/>
              <a:defRPr sz="1200">
                <a:solidFill>
                  <a:schemeClr val="dk1"/>
                </a:solidFill>
              </a:defRPr>
            </a:lvl9pPr>
          </a:lstStyle>
          <a:p/>
        </p:txBody>
      </p:sp>
      <p:sp>
        <p:nvSpPr>
          <p:cNvPr id="316" name="Google Shape;316;p33"/>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Archivo"/>
                <a:ea typeface="Archivo"/>
                <a:cs typeface="Archivo"/>
                <a:sym typeface="Archivo"/>
              </a:defRPr>
            </a:lvl1pPr>
            <a:lvl2pPr lvl="1" algn="r">
              <a:buNone/>
              <a:defRPr sz="700">
                <a:solidFill>
                  <a:schemeClr val="dk1"/>
                </a:solidFill>
                <a:latin typeface="Archivo"/>
                <a:ea typeface="Archivo"/>
                <a:cs typeface="Archivo"/>
                <a:sym typeface="Archivo"/>
              </a:defRPr>
            </a:lvl2pPr>
            <a:lvl3pPr lvl="2" algn="r">
              <a:buNone/>
              <a:defRPr sz="700">
                <a:solidFill>
                  <a:schemeClr val="dk1"/>
                </a:solidFill>
                <a:latin typeface="Archivo"/>
                <a:ea typeface="Archivo"/>
                <a:cs typeface="Archivo"/>
                <a:sym typeface="Archivo"/>
              </a:defRPr>
            </a:lvl3pPr>
            <a:lvl4pPr lvl="3" algn="r">
              <a:buNone/>
              <a:defRPr sz="700">
                <a:solidFill>
                  <a:schemeClr val="dk1"/>
                </a:solidFill>
                <a:latin typeface="Archivo"/>
                <a:ea typeface="Archivo"/>
                <a:cs typeface="Archivo"/>
                <a:sym typeface="Archivo"/>
              </a:defRPr>
            </a:lvl4pPr>
            <a:lvl5pPr lvl="4" algn="r">
              <a:buNone/>
              <a:defRPr sz="700">
                <a:solidFill>
                  <a:schemeClr val="dk1"/>
                </a:solidFill>
                <a:latin typeface="Archivo"/>
                <a:ea typeface="Archivo"/>
                <a:cs typeface="Archivo"/>
                <a:sym typeface="Archivo"/>
              </a:defRPr>
            </a:lvl5pPr>
            <a:lvl6pPr lvl="5" algn="r">
              <a:buNone/>
              <a:defRPr sz="700">
                <a:solidFill>
                  <a:schemeClr val="dk1"/>
                </a:solidFill>
                <a:latin typeface="Archivo"/>
                <a:ea typeface="Archivo"/>
                <a:cs typeface="Archivo"/>
                <a:sym typeface="Archivo"/>
              </a:defRPr>
            </a:lvl6pPr>
            <a:lvl7pPr lvl="6" algn="r">
              <a:buNone/>
              <a:defRPr sz="700">
                <a:solidFill>
                  <a:schemeClr val="dk1"/>
                </a:solidFill>
                <a:latin typeface="Archivo"/>
                <a:ea typeface="Archivo"/>
                <a:cs typeface="Archivo"/>
                <a:sym typeface="Archivo"/>
              </a:defRPr>
            </a:lvl7pPr>
            <a:lvl8pPr lvl="7" algn="r">
              <a:buNone/>
              <a:defRPr sz="700">
                <a:solidFill>
                  <a:schemeClr val="dk1"/>
                </a:solidFill>
                <a:latin typeface="Archivo"/>
                <a:ea typeface="Archivo"/>
                <a:cs typeface="Archivo"/>
                <a:sym typeface="Archivo"/>
              </a:defRPr>
            </a:lvl8pPr>
            <a:lvl9pPr lvl="8" algn="r">
              <a:buNone/>
              <a:defRPr sz="700">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
        <p:nvSpPr>
          <p:cNvPr id="317" name="Google Shape;317;p33"/>
          <p:cNvSpPr txBox="1"/>
          <p:nvPr>
            <p:ph idx="4"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Archivo"/>
              <a:buNone/>
              <a:defRPr sz="7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Alt 1">
  <p:cSld name="CUSTOM_7_1_1_1_1_1_1_1_1_1_1_1_1_1_1_1_1_1_1_1_1_1">
    <p:bg>
      <p:bgPr>
        <a:solidFill>
          <a:schemeClr val="lt1"/>
        </a:solidFill>
      </p:bgPr>
    </p:bg>
    <p:spTree>
      <p:nvGrpSpPr>
        <p:cNvPr id="318" name="Shape 318"/>
        <p:cNvGrpSpPr/>
        <p:nvPr/>
      </p:nvGrpSpPr>
      <p:grpSpPr>
        <a:xfrm>
          <a:off x="0" y="0"/>
          <a:ext cx="0" cy="0"/>
          <a:chOff x="0" y="0"/>
          <a:chExt cx="0" cy="0"/>
        </a:xfrm>
      </p:grpSpPr>
      <p:pic>
        <p:nvPicPr>
          <p:cNvPr id="319" name="Google Shape;319;p34"/>
          <p:cNvPicPr preferRelativeResize="0"/>
          <p:nvPr/>
        </p:nvPicPr>
        <p:blipFill>
          <a:blip r:embed="rId2">
            <a:alphaModFix/>
          </a:blip>
          <a:stretch>
            <a:fillRect/>
          </a:stretch>
        </p:blipFill>
        <p:spPr>
          <a:xfrm>
            <a:off x="0" y="0"/>
            <a:ext cx="9144000" cy="5143500"/>
          </a:xfrm>
          <a:prstGeom prst="rect">
            <a:avLst/>
          </a:prstGeom>
          <a:noFill/>
          <a:ln>
            <a:noFill/>
          </a:ln>
        </p:spPr>
      </p:pic>
      <p:sp>
        <p:nvSpPr>
          <p:cNvPr id="320" name="Google Shape;320;p34"/>
          <p:cNvSpPr txBox="1"/>
          <p:nvPr>
            <p:ph idx="1" type="subTitle"/>
          </p:nvPr>
        </p:nvSpPr>
        <p:spPr>
          <a:xfrm>
            <a:off x="6080700" y="3770600"/>
            <a:ext cx="2486700" cy="342300"/>
          </a:xfrm>
          <a:prstGeom prst="rect">
            <a:avLst/>
          </a:prstGeom>
        </p:spPr>
        <p:txBody>
          <a:bodyPr anchorCtr="0" anchor="ctr" bIns="0" lIns="0" spcFirstLastPara="1" rIns="0" wrap="square" tIns="0">
            <a:normAutofit/>
          </a:bodyPr>
          <a:lstStyle>
            <a:lvl1pPr lvl="0">
              <a:spcBef>
                <a:spcPts val="0"/>
              </a:spcBef>
              <a:spcAft>
                <a:spcPts val="0"/>
              </a:spcAft>
              <a:buClr>
                <a:schemeClr val="dk1"/>
              </a:buClr>
              <a:buSzPts val="1200"/>
              <a:buFont typeface="Archivo"/>
              <a:buNone/>
              <a:defRPr sz="1200"/>
            </a:lvl1pPr>
            <a:lvl2pPr lvl="1">
              <a:spcBef>
                <a:spcPts val="0"/>
              </a:spcBef>
              <a:spcAft>
                <a:spcPts val="0"/>
              </a:spcAft>
              <a:buClr>
                <a:schemeClr val="dk1"/>
              </a:buClr>
              <a:buSzPts val="1200"/>
              <a:buFont typeface="Archivo"/>
              <a:buNone/>
              <a:defRPr sz="1200">
                <a:solidFill>
                  <a:schemeClr val="dk1"/>
                </a:solidFill>
              </a:defRPr>
            </a:lvl2pPr>
            <a:lvl3pPr lvl="2">
              <a:spcBef>
                <a:spcPts val="0"/>
              </a:spcBef>
              <a:spcAft>
                <a:spcPts val="0"/>
              </a:spcAft>
              <a:buClr>
                <a:schemeClr val="dk1"/>
              </a:buClr>
              <a:buSzPts val="1200"/>
              <a:buFont typeface="Archivo"/>
              <a:buNone/>
              <a:defRPr sz="1200">
                <a:solidFill>
                  <a:schemeClr val="dk1"/>
                </a:solidFill>
              </a:defRPr>
            </a:lvl3pPr>
            <a:lvl4pPr lvl="3">
              <a:spcBef>
                <a:spcPts val="0"/>
              </a:spcBef>
              <a:spcAft>
                <a:spcPts val="0"/>
              </a:spcAft>
              <a:buClr>
                <a:schemeClr val="dk1"/>
              </a:buClr>
              <a:buSzPts val="1200"/>
              <a:buFont typeface="Archivo"/>
              <a:buNone/>
              <a:defRPr sz="1200">
                <a:solidFill>
                  <a:schemeClr val="dk1"/>
                </a:solidFill>
              </a:defRPr>
            </a:lvl4pPr>
            <a:lvl5pPr lvl="4">
              <a:spcBef>
                <a:spcPts val="0"/>
              </a:spcBef>
              <a:spcAft>
                <a:spcPts val="0"/>
              </a:spcAft>
              <a:buClr>
                <a:schemeClr val="dk1"/>
              </a:buClr>
              <a:buSzPts val="1200"/>
              <a:buFont typeface="Archivo"/>
              <a:buNone/>
              <a:defRPr sz="1200">
                <a:solidFill>
                  <a:schemeClr val="dk1"/>
                </a:solidFill>
              </a:defRPr>
            </a:lvl5pPr>
            <a:lvl6pPr lvl="5">
              <a:spcBef>
                <a:spcPts val="0"/>
              </a:spcBef>
              <a:spcAft>
                <a:spcPts val="0"/>
              </a:spcAft>
              <a:buClr>
                <a:schemeClr val="dk1"/>
              </a:buClr>
              <a:buSzPts val="1200"/>
              <a:buFont typeface="Archivo"/>
              <a:buNone/>
              <a:defRPr sz="1200">
                <a:solidFill>
                  <a:schemeClr val="dk1"/>
                </a:solidFill>
              </a:defRPr>
            </a:lvl6pPr>
            <a:lvl7pPr lvl="6">
              <a:spcBef>
                <a:spcPts val="0"/>
              </a:spcBef>
              <a:spcAft>
                <a:spcPts val="0"/>
              </a:spcAft>
              <a:buClr>
                <a:schemeClr val="dk1"/>
              </a:buClr>
              <a:buSzPts val="1200"/>
              <a:buFont typeface="Archivo"/>
              <a:buNone/>
              <a:defRPr sz="1200">
                <a:solidFill>
                  <a:schemeClr val="dk1"/>
                </a:solidFill>
              </a:defRPr>
            </a:lvl7pPr>
            <a:lvl8pPr lvl="7">
              <a:spcBef>
                <a:spcPts val="0"/>
              </a:spcBef>
              <a:spcAft>
                <a:spcPts val="0"/>
              </a:spcAft>
              <a:buClr>
                <a:schemeClr val="dk1"/>
              </a:buClr>
              <a:buSzPts val="1200"/>
              <a:buFont typeface="Archivo"/>
              <a:buNone/>
              <a:defRPr sz="1200">
                <a:solidFill>
                  <a:schemeClr val="dk1"/>
                </a:solidFill>
              </a:defRPr>
            </a:lvl8pPr>
            <a:lvl9pPr lvl="8">
              <a:spcBef>
                <a:spcPts val="0"/>
              </a:spcBef>
              <a:spcAft>
                <a:spcPts val="0"/>
              </a:spcAft>
              <a:buClr>
                <a:schemeClr val="dk1"/>
              </a:buClr>
              <a:buSzPts val="1200"/>
              <a:buFont typeface="Archivo"/>
              <a:buNone/>
              <a:defRPr sz="1200">
                <a:solidFill>
                  <a:schemeClr val="dk1"/>
                </a:solidFill>
              </a:defRPr>
            </a:lvl9pPr>
          </a:lstStyle>
          <a:p/>
        </p:txBody>
      </p:sp>
      <p:sp>
        <p:nvSpPr>
          <p:cNvPr id="321" name="Google Shape;321;p34"/>
          <p:cNvSpPr txBox="1"/>
          <p:nvPr>
            <p:ph type="title"/>
          </p:nvPr>
        </p:nvSpPr>
        <p:spPr>
          <a:xfrm>
            <a:off x="3502650" y="1350300"/>
            <a:ext cx="4882800" cy="2290500"/>
          </a:xfrm>
          <a:prstGeom prst="rect">
            <a:avLst/>
          </a:prstGeom>
        </p:spPr>
        <p:txBody>
          <a:bodyPr anchorCtr="0" anchor="t" bIns="91425" lIns="91425" spcFirstLastPara="1" rIns="91425" wrap="square" tIns="91425">
            <a:normAutofit/>
          </a:bodyPr>
          <a:lstStyle>
            <a:lvl1pPr lvl="0">
              <a:spcBef>
                <a:spcPts val="0"/>
              </a:spcBef>
              <a:spcAft>
                <a:spcPts val="0"/>
              </a:spcAft>
              <a:buNone/>
              <a:defRPr sz="2000"/>
            </a:lvl1pPr>
            <a:lvl2pPr lvl="1">
              <a:spcBef>
                <a:spcPts val="0"/>
              </a:spcBef>
              <a:spcAft>
                <a:spcPts val="0"/>
              </a:spcAft>
              <a:buNone/>
              <a:defRPr sz="2000"/>
            </a:lvl2pPr>
            <a:lvl3pPr lvl="2">
              <a:spcBef>
                <a:spcPts val="0"/>
              </a:spcBef>
              <a:spcAft>
                <a:spcPts val="0"/>
              </a:spcAft>
              <a:buNone/>
              <a:defRPr sz="2000"/>
            </a:lvl3pPr>
            <a:lvl4pPr lvl="3">
              <a:spcBef>
                <a:spcPts val="0"/>
              </a:spcBef>
              <a:spcAft>
                <a:spcPts val="0"/>
              </a:spcAft>
              <a:buNone/>
              <a:defRPr sz="2000"/>
            </a:lvl4pPr>
            <a:lvl5pPr lvl="4">
              <a:spcBef>
                <a:spcPts val="0"/>
              </a:spcBef>
              <a:spcAft>
                <a:spcPts val="0"/>
              </a:spcAft>
              <a:buNone/>
              <a:defRPr sz="2000"/>
            </a:lvl5pPr>
            <a:lvl6pPr lvl="5">
              <a:spcBef>
                <a:spcPts val="0"/>
              </a:spcBef>
              <a:spcAft>
                <a:spcPts val="0"/>
              </a:spcAft>
              <a:buNone/>
              <a:defRPr sz="2000"/>
            </a:lvl6pPr>
            <a:lvl7pPr lvl="6">
              <a:spcBef>
                <a:spcPts val="0"/>
              </a:spcBef>
              <a:spcAft>
                <a:spcPts val="0"/>
              </a:spcAft>
              <a:buNone/>
              <a:defRPr sz="2000"/>
            </a:lvl7pPr>
            <a:lvl8pPr lvl="7">
              <a:spcBef>
                <a:spcPts val="0"/>
              </a:spcBef>
              <a:spcAft>
                <a:spcPts val="0"/>
              </a:spcAft>
              <a:buNone/>
              <a:defRPr sz="2000"/>
            </a:lvl8pPr>
            <a:lvl9pPr lvl="8">
              <a:spcBef>
                <a:spcPts val="0"/>
              </a:spcBef>
              <a:spcAft>
                <a:spcPts val="0"/>
              </a:spcAft>
              <a:buNone/>
              <a:defRPr sz="2000"/>
            </a:lvl9pPr>
          </a:lstStyle>
          <a:p/>
        </p:txBody>
      </p:sp>
      <p:sp>
        <p:nvSpPr>
          <p:cNvPr id="322" name="Google Shape;322;p34"/>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Archivo"/>
                <a:ea typeface="Archivo"/>
                <a:cs typeface="Archivo"/>
                <a:sym typeface="Archivo"/>
              </a:defRPr>
            </a:lvl1pPr>
            <a:lvl2pPr lvl="1" algn="r">
              <a:buNone/>
              <a:defRPr sz="700">
                <a:solidFill>
                  <a:schemeClr val="dk1"/>
                </a:solidFill>
                <a:latin typeface="Archivo"/>
                <a:ea typeface="Archivo"/>
                <a:cs typeface="Archivo"/>
                <a:sym typeface="Archivo"/>
              </a:defRPr>
            </a:lvl2pPr>
            <a:lvl3pPr lvl="2" algn="r">
              <a:buNone/>
              <a:defRPr sz="700">
                <a:solidFill>
                  <a:schemeClr val="dk1"/>
                </a:solidFill>
                <a:latin typeface="Archivo"/>
                <a:ea typeface="Archivo"/>
                <a:cs typeface="Archivo"/>
                <a:sym typeface="Archivo"/>
              </a:defRPr>
            </a:lvl3pPr>
            <a:lvl4pPr lvl="3" algn="r">
              <a:buNone/>
              <a:defRPr sz="700">
                <a:solidFill>
                  <a:schemeClr val="dk1"/>
                </a:solidFill>
                <a:latin typeface="Archivo"/>
                <a:ea typeface="Archivo"/>
                <a:cs typeface="Archivo"/>
                <a:sym typeface="Archivo"/>
              </a:defRPr>
            </a:lvl4pPr>
            <a:lvl5pPr lvl="4" algn="r">
              <a:buNone/>
              <a:defRPr sz="700">
                <a:solidFill>
                  <a:schemeClr val="dk1"/>
                </a:solidFill>
                <a:latin typeface="Archivo"/>
                <a:ea typeface="Archivo"/>
                <a:cs typeface="Archivo"/>
                <a:sym typeface="Archivo"/>
              </a:defRPr>
            </a:lvl5pPr>
            <a:lvl6pPr lvl="5" algn="r">
              <a:buNone/>
              <a:defRPr sz="700">
                <a:solidFill>
                  <a:schemeClr val="dk1"/>
                </a:solidFill>
                <a:latin typeface="Archivo"/>
                <a:ea typeface="Archivo"/>
                <a:cs typeface="Archivo"/>
                <a:sym typeface="Archivo"/>
              </a:defRPr>
            </a:lvl6pPr>
            <a:lvl7pPr lvl="6" algn="r">
              <a:buNone/>
              <a:defRPr sz="700">
                <a:solidFill>
                  <a:schemeClr val="dk1"/>
                </a:solidFill>
                <a:latin typeface="Archivo"/>
                <a:ea typeface="Archivo"/>
                <a:cs typeface="Archivo"/>
                <a:sym typeface="Archivo"/>
              </a:defRPr>
            </a:lvl7pPr>
            <a:lvl8pPr lvl="7" algn="r">
              <a:buNone/>
              <a:defRPr sz="700">
                <a:solidFill>
                  <a:schemeClr val="dk1"/>
                </a:solidFill>
                <a:latin typeface="Archivo"/>
                <a:ea typeface="Archivo"/>
                <a:cs typeface="Archivo"/>
                <a:sym typeface="Archivo"/>
              </a:defRPr>
            </a:lvl8pPr>
            <a:lvl9pPr lvl="8" algn="r">
              <a:buNone/>
              <a:defRPr sz="700">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
        <p:nvSpPr>
          <p:cNvPr id="323" name="Google Shape;323;p34"/>
          <p:cNvSpPr txBox="1"/>
          <p:nvPr>
            <p:ph idx="2"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Archivo"/>
              <a:buNone/>
              <a:defRPr sz="7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
        <p:nvSpPr>
          <p:cNvPr id="324" name="Google Shape;324;p34"/>
          <p:cNvSpPr txBox="1"/>
          <p:nvPr>
            <p:ph idx="3" type="subTitle"/>
          </p:nvPr>
        </p:nvSpPr>
        <p:spPr>
          <a:xfrm>
            <a:off x="3502650" y="3770600"/>
            <a:ext cx="2486700" cy="342300"/>
          </a:xfrm>
          <a:prstGeom prst="rect">
            <a:avLst/>
          </a:prstGeom>
        </p:spPr>
        <p:txBody>
          <a:bodyPr anchorCtr="0" anchor="ctr" bIns="0" lIns="0" spcFirstLastPara="1" rIns="0" wrap="square" tIns="0">
            <a:normAutofit/>
          </a:bodyPr>
          <a:lstStyle>
            <a:lvl1pPr lvl="0">
              <a:spcBef>
                <a:spcPts val="0"/>
              </a:spcBef>
              <a:spcAft>
                <a:spcPts val="0"/>
              </a:spcAft>
              <a:buClr>
                <a:schemeClr val="dk1"/>
              </a:buClr>
              <a:buSzPts val="1200"/>
              <a:buFont typeface="Archivo SemiBold"/>
              <a:buNone/>
              <a:defRPr sz="1200">
                <a:latin typeface="Archivo SemiBold"/>
                <a:ea typeface="Archivo SemiBold"/>
                <a:cs typeface="Archivo SemiBold"/>
                <a:sym typeface="Archivo SemiBold"/>
              </a:defRPr>
            </a:lvl1pPr>
            <a:lvl2pPr lvl="1">
              <a:spcBef>
                <a:spcPts val="0"/>
              </a:spcBef>
              <a:spcAft>
                <a:spcPts val="0"/>
              </a:spcAft>
              <a:buClr>
                <a:schemeClr val="dk1"/>
              </a:buClr>
              <a:buSzPts val="1200"/>
              <a:buFont typeface="Archivo SemiBold"/>
              <a:buNone/>
              <a:defRPr sz="12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200"/>
              <a:buFont typeface="Archivo SemiBold"/>
              <a:buNone/>
              <a:defRPr sz="12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200"/>
              <a:buFont typeface="Archivo SemiBold"/>
              <a:buNone/>
              <a:defRPr sz="12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200"/>
              <a:buFont typeface="Archivo SemiBold"/>
              <a:buNone/>
              <a:defRPr sz="12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200"/>
              <a:buFont typeface="Archivo SemiBold"/>
              <a:buNone/>
              <a:defRPr sz="12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200"/>
              <a:buFont typeface="Archivo SemiBold"/>
              <a:buNone/>
              <a:defRPr sz="12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200"/>
              <a:buFont typeface="Archivo SemiBold"/>
              <a:buNone/>
              <a:defRPr sz="12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200"/>
              <a:buFont typeface="Archivo SemiBold"/>
              <a:buNone/>
              <a:defRPr sz="1200">
                <a:solidFill>
                  <a:schemeClr val="dk1"/>
                </a:solidFill>
                <a:latin typeface="Archivo SemiBold"/>
                <a:ea typeface="Archivo SemiBold"/>
                <a:cs typeface="Archivo SemiBold"/>
                <a:sym typeface="Archivo SemiBold"/>
              </a:defRPr>
            </a:lvl9pPr>
          </a:lstStyle>
          <a:p/>
        </p:txBody>
      </p:sp>
      <p:sp>
        <p:nvSpPr>
          <p:cNvPr id="325" name="Google Shape;325;p34"/>
          <p:cNvSpPr/>
          <p:nvPr>
            <p:ph idx="4" type="pic"/>
          </p:nvPr>
        </p:nvSpPr>
        <p:spPr>
          <a:xfrm>
            <a:off x="361975" y="1215200"/>
            <a:ext cx="2920200" cy="2958300"/>
          </a:xfrm>
          <a:prstGeom prst="ellipse">
            <a:avLst/>
          </a:prstGeom>
          <a:noFill/>
          <a:ln>
            <a:noFill/>
          </a:ln>
        </p:spPr>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p:cSld name="CUSTOM_2">
    <p:bg>
      <p:bgPr>
        <a:solidFill>
          <a:schemeClr val="dk1"/>
        </a:solidFill>
      </p:bgPr>
    </p:bg>
    <p:spTree>
      <p:nvGrpSpPr>
        <p:cNvPr id="326" name="Shape 326"/>
        <p:cNvGrpSpPr/>
        <p:nvPr/>
      </p:nvGrpSpPr>
      <p:grpSpPr>
        <a:xfrm>
          <a:off x="0" y="0"/>
          <a:ext cx="0" cy="0"/>
          <a:chOff x="0" y="0"/>
          <a:chExt cx="0" cy="0"/>
        </a:xfrm>
      </p:grpSpPr>
      <p:pic>
        <p:nvPicPr>
          <p:cNvPr id="327" name="Google Shape;327;p35"/>
          <p:cNvPicPr preferRelativeResize="0"/>
          <p:nvPr/>
        </p:nvPicPr>
        <p:blipFill>
          <a:blip r:embed="rId2">
            <a:alphaModFix/>
          </a:blip>
          <a:stretch>
            <a:fillRect/>
          </a:stretch>
        </p:blipFill>
        <p:spPr>
          <a:xfrm>
            <a:off x="0" y="0"/>
            <a:ext cx="9144000" cy="5143500"/>
          </a:xfrm>
          <a:prstGeom prst="rect">
            <a:avLst/>
          </a:prstGeom>
          <a:noFill/>
          <a:ln>
            <a:noFill/>
          </a:ln>
        </p:spPr>
      </p:pic>
      <p:sp>
        <p:nvSpPr>
          <p:cNvPr id="328" name="Google Shape;328;p35"/>
          <p:cNvSpPr txBox="1"/>
          <p:nvPr>
            <p:ph idx="1" type="body"/>
          </p:nvPr>
        </p:nvSpPr>
        <p:spPr>
          <a:xfrm>
            <a:off x="359200" y="1801500"/>
            <a:ext cx="4029000" cy="3002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329" name="Google Shape;329;p35"/>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Archivo"/>
                <a:ea typeface="Archivo"/>
                <a:cs typeface="Archivo"/>
                <a:sym typeface="Archivo"/>
              </a:defRPr>
            </a:lvl1pPr>
            <a:lvl2pPr lvl="1" algn="r">
              <a:buNone/>
              <a:defRPr sz="700">
                <a:solidFill>
                  <a:schemeClr val="dk1"/>
                </a:solidFill>
                <a:latin typeface="Archivo"/>
                <a:ea typeface="Archivo"/>
                <a:cs typeface="Archivo"/>
                <a:sym typeface="Archivo"/>
              </a:defRPr>
            </a:lvl2pPr>
            <a:lvl3pPr lvl="2" algn="r">
              <a:buNone/>
              <a:defRPr sz="700">
                <a:solidFill>
                  <a:schemeClr val="dk1"/>
                </a:solidFill>
                <a:latin typeface="Archivo"/>
                <a:ea typeface="Archivo"/>
                <a:cs typeface="Archivo"/>
                <a:sym typeface="Archivo"/>
              </a:defRPr>
            </a:lvl3pPr>
            <a:lvl4pPr lvl="3" algn="r">
              <a:buNone/>
              <a:defRPr sz="700">
                <a:solidFill>
                  <a:schemeClr val="dk1"/>
                </a:solidFill>
                <a:latin typeface="Archivo"/>
                <a:ea typeface="Archivo"/>
                <a:cs typeface="Archivo"/>
                <a:sym typeface="Archivo"/>
              </a:defRPr>
            </a:lvl4pPr>
            <a:lvl5pPr lvl="4" algn="r">
              <a:buNone/>
              <a:defRPr sz="700">
                <a:solidFill>
                  <a:schemeClr val="dk1"/>
                </a:solidFill>
                <a:latin typeface="Archivo"/>
                <a:ea typeface="Archivo"/>
                <a:cs typeface="Archivo"/>
                <a:sym typeface="Archivo"/>
              </a:defRPr>
            </a:lvl5pPr>
            <a:lvl6pPr lvl="5" algn="r">
              <a:buNone/>
              <a:defRPr sz="700">
                <a:solidFill>
                  <a:schemeClr val="dk1"/>
                </a:solidFill>
                <a:latin typeface="Archivo"/>
                <a:ea typeface="Archivo"/>
                <a:cs typeface="Archivo"/>
                <a:sym typeface="Archivo"/>
              </a:defRPr>
            </a:lvl6pPr>
            <a:lvl7pPr lvl="6" algn="r">
              <a:buNone/>
              <a:defRPr sz="700">
                <a:solidFill>
                  <a:schemeClr val="dk1"/>
                </a:solidFill>
                <a:latin typeface="Archivo"/>
                <a:ea typeface="Archivo"/>
                <a:cs typeface="Archivo"/>
                <a:sym typeface="Archivo"/>
              </a:defRPr>
            </a:lvl7pPr>
            <a:lvl8pPr lvl="7" algn="r">
              <a:buNone/>
              <a:defRPr sz="700">
                <a:solidFill>
                  <a:schemeClr val="dk1"/>
                </a:solidFill>
                <a:latin typeface="Archivo"/>
                <a:ea typeface="Archivo"/>
                <a:cs typeface="Archivo"/>
                <a:sym typeface="Archivo"/>
              </a:defRPr>
            </a:lvl8pPr>
            <a:lvl9pPr lvl="8" algn="r">
              <a:buNone/>
              <a:defRPr sz="700">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
        <p:nvSpPr>
          <p:cNvPr id="330" name="Google Shape;330;p35"/>
          <p:cNvSpPr txBox="1"/>
          <p:nvPr>
            <p:ph idx="2"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Archivo"/>
              <a:buNone/>
              <a:defRPr sz="7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
        <p:nvSpPr>
          <p:cNvPr id="331" name="Google Shape;331;p35"/>
          <p:cNvSpPr/>
          <p:nvPr>
            <p:ph idx="3" type="pic"/>
          </p:nvPr>
        </p:nvSpPr>
        <p:spPr>
          <a:xfrm>
            <a:off x="4637525" y="612800"/>
            <a:ext cx="4131600" cy="4167000"/>
          </a:xfrm>
          <a:prstGeom prst="roundRect">
            <a:avLst>
              <a:gd fmla="val 6598" name="adj"/>
            </a:avLst>
          </a:prstGeom>
          <a:noFill/>
          <a:ln>
            <a:noFill/>
          </a:ln>
        </p:spPr>
      </p:sp>
      <p:sp>
        <p:nvSpPr>
          <p:cNvPr id="332" name="Google Shape;332;p35"/>
          <p:cNvSpPr txBox="1"/>
          <p:nvPr>
            <p:ph idx="4" type="subTitle"/>
          </p:nvPr>
        </p:nvSpPr>
        <p:spPr>
          <a:xfrm>
            <a:off x="361975" y="539900"/>
            <a:ext cx="4131600" cy="31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2000"/>
              <a:buFont typeface="Archivo"/>
              <a:buNone/>
              <a:defRPr sz="20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 Alt 1">
  <p:cSld name="CUSTOM_2_1">
    <p:bg>
      <p:bgPr>
        <a:solidFill>
          <a:schemeClr val="dk1"/>
        </a:solidFill>
      </p:bgPr>
    </p:bg>
    <p:spTree>
      <p:nvGrpSpPr>
        <p:cNvPr id="333" name="Shape 333"/>
        <p:cNvGrpSpPr/>
        <p:nvPr/>
      </p:nvGrpSpPr>
      <p:grpSpPr>
        <a:xfrm>
          <a:off x="0" y="0"/>
          <a:ext cx="0" cy="0"/>
          <a:chOff x="0" y="0"/>
          <a:chExt cx="0" cy="0"/>
        </a:xfrm>
      </p:grpSpPr>
      <p:pic>
        <p:nvPicPr>
          <p:cNvPr id="334" name="Google Shape;334;p36"/>
          <p:cNvPicPr preferRelativeResize="0"/>
          <p:nvPr/>
        </p:nvPicPr>
        <p:blipFill>
          <a:blip r:embed="rId2">
            <a:alphaModFix/>
          </a:blip>
          <a:stretch>
            <a:fillRect/>
          </a:stretch>
        </p:blipFill>
        <p:spPr>
          <a:xfrm>
            <a:off x="0" y="0"/>
            <a:ext cx="9144000" cy="5143500"/>
          </a:xfrm>
          <a:prstGeom prst="rect">
            <a:avLst/>
          </a:prstGeom>
          <a:noFill/>
          <a:ln>
            <a:noFill/>
          </a:ln>
        </p:spPr>
      </p:pic>
      <p:sp>
        <p:nvSpPr>
          <p:cNvPr id="335" name="Google Shape;335;p36"/>
          <p:cNvSpPr txBox="1"/>
          <p:nvPr>
            <p:ph type="title"/>
          </p:nvPr>
        </p:nvSpPr>
        <p:spPr>
          <a:xfrm>
            <a:off x="3843300" y="870251"/>
            <a:ext cx="4933500" cy="2742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2000">
                <a:latin typeface="Archivo SemiBold"/>
                <a:ea typeface="Archivo SemiBold"/>
                <a:cs typeface="Archivo SemiBold"/>
                <a:sym typeface="Archivo SemiBold"/>
              </a:defRPr>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336" name="Google Shape;336;p36"/>
          <p:cNvSpPr/>
          <p:nvPr>
            <p:ph idx="2" type="pic"/>
          </p:nvPr>
        </p:nvSpPr>
        <p:spPr>
          <a:xfrm>
            <a:off x="361975" y="612800"/>
            <a:ext cx="3224400" cy="4167000"/>
          </a:xfrm>
          <a:prstGeom prst="roundRect">
            <a:avLst>
              <a:gd fmla="val 4717" name="adj"/>
            </a:avLst>
          </a:prstGeom>
          <a:noFill/>
          <a:ln>
            <a:noFill/>
          </a:ln>
        </p:spPr>
      </p:sp>
      <p:sp>
        <p:nvSpPr>
          <p:cNvPr id="337" name="Google Shape;337;p36"/>
          <p:cNvSpPr txBox="1"/>
          <p:nvPr>
            <p:ph idx="1" type="body"/>
          </p:nvPr>
        </p:nvSpPr>
        <p:spPr>
          <a:xfrm>
            <a:off x="3843300" y="4195275"/>
            <a:ext cx="4933500" cy="584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dk1"/>
              </a:buClr>
              <a:buSzPts val="1000"/>
              <a:buFont typeface="Archivo"/>
              <a:buChar char="●"/>
              <a:defRPr sz="1000"/>
            </a:lvl1pPr>
            <a:lvl2pPr indent="-292100" lvl="1" marL="914400">
              <a:spcBef>
                <a:spcPts val="800"/>
              </a:spcBef>
              <a:spcAft>
                <a:spcPts val="0"/>
              </a:spcAft>
              <a:buClr>
                <a:schemeClr val="dk1"/>
              </a:buClr>
              <a:buSzPts val="1000"/>
              <a:buFont typeface="Archivo"/>
              <a:buChar char="○"/>
              <a:defRPr sz="1000"/>
            </a:lvl2pPr>
            <a:lvl3pPr indent="-292100" lvl="2" marL="1371600">
              <a:spcBef>
                <a:spcPts val="800"/>
              </a:spcBef>
              <a:spcAft>
                <a:spcPts val="0"/>
              </a:spcAft>
              <a:buClr>
                <a:schemeClr val="dk1"/>
              </a:buClr>
              <a:buSzPts val="1000"/>
              <a:buFont typeface="Archivo"/>
              <a:buChar char="■"/>
              <a:defRPr sz="1000"/>
            </a:lvl3pPr>
            <a:lvl4pPr indent="-292100" lvl="3" marL="1828800">
              <a:spcBef>
                <a:spcPts val="800"/>
              </a:spcBef>
              <a:spcAft>
                <a:spcPts val="0"/>
              </a:spcAft>
              <a:buClr>
                <a:schemeClr val="dk1"/>
              </a:buClr>
              <a:buSzPts val="1000"/>
              <a:buFont typeface="Archivo"/>
              <a:buChar char="●"/>
              <a:defRPr sz="1000"/>
            </a:lvl4pPr>
            <a:lvl5pPr indent="-292100" lvl="4" marL="2286000">
              <a:spcBef>
                <a:spcPts val="800"/>
              </a:spcBef>
              <a:spcAft>
                <a:spcPts val="0"/>
              </a:spcAft>
              <a:buClr>
                <a:schemeClr val="dk1"/>
              </a:buClr>
              <a:buSzPts val="1000"/>
              <a:buFont typeface="Archivo"/>
              <a:buChar char="○"/>
              <a:defRPr sz="1000"/>
            </a:lvl5pPr>
            <a:lvl6pPr indent="-292100" lvl="5" marL="2743200">
              <a:spcBef>
                <a:spcPts val="800"/>
              </a:spcBef>
              <a:spcAft>
                <a:spcPts val="0"/>
              </a:spcAft>
              <a:buClr>
                <a:schemeClr val="dk1"/>
              </a:buClr>
              <a:buSzPts val="1000"/>
              <a:buFont typeface="Archivo"/>
              <a:buChar char="■"/>
              <a:defRPr sz="1000"/>
            </a:lvl6pPr>
            <a:lvl7pPr indent="-292100" lvl="6" marL="3200400">
              <a:spcBef>
                <a:spcPts val="800"/>
              </a:spcBef>
              <a:spcAft>
                <a:spcPts val="0"/>
              </a:spcAft>
              <a:buClr>
                <a:schemeClr val="dk1"/>
              </a:buClr>
              <a:buSzPts val="1000"/>
              <a:buFont typeface="Archivo"/>
              <a:buChar char="●"/>
              <a:defRPr sz="1000"/>
            </a:lvl7pPr>
            <a:lvl8pPr indent="-292100" lvl="7" marL="3657600">
              <a:spcBef>
                <a:spcPts val="800"/>
              </a:spcBef>
              <a:spcAft>
                <a:spcPts val="0"/>
              </a:spcAft>
              <a:buClr>
                <a:schemeClr val="dk1"/>
              </a:buClr>
              <a:buSzPts val="1000"/>
              <a:buFont typeface="Archivo"/>
              <a:buChar char="○"/>
              <a:defRPr sz="1000"/>
            </a:lvl8pPr>
            <a:lvl9pPr indent="-292100" lvl="8" marL="4114800">
              <a:spcBef>
                <a:spcPts val="800"/>
              </a:spcBef>
              <a:spcAft>
                <a:spcPts val="800"/>
              </a:spcAft>
              <a:buClr>
                <a:schemeClr val="dk1"/>
              </a:buClr>
              <a:buSzPts val="1000"/>
              <a:buFont typeface="Archivo"/>
              <a:buChar char="■"/>
              <a:defRPr sz="1000"/>
            </a:lvl9pPr>
          </a:lstStyle>
          <a:p/>
        </p:txBody>
      </p:sp>
      <p:sp>
        <p:nvSpPr>
          <p:cNvPr id="338" name="Google Shape;338;p36"/>
          <p:cNvSpPr txBox="1"/>
          <p:nvPr>
            <p:ph idx="3" type="subTitle"/>
          </p:nvPr>
        </p:nvSpPr>
        <p:spPr>
          <a:xfrm>
            <a:off x="3843300" y="614476"/>
            <a:ext cx="49335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Archivo"/>
              <a:buNone/>
              <a:defRPr sz="10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
        <p:nvSpPr>
          <p:cNvPr id="339" name="Google Shape;339;p36"/>
          <p:cNvSpPr txBox="1"/>
          <p:nvPr>
            <p:ph idx="4" type="title"/>
          </p:nvPr>
        </p:nvSpPr>
        <p:spPr>
          <a:xfrm>
            <a:off x="3843300" y="1210976"/>
            <a:ext cx="4933500" cy="2742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340" name="Google Shape;340;p36"/>
          <p:cNvSpPr txBox="1"/>
          <p:nvPr>
            <p:ph idx="5" type="title"/>
          </p:nvPr>
        </p:nvSpPr>
        <p:spPr>
          <a:xfrm>
            <a:off x="3843300" y="1801500"/>
            <a:ext cx="4933500" cy="1820400"/>
          </a:xfrm>
          <a:prstGeom prst="rect">
            <a:avLst/>
          </a:prstGeom>
        </p:spPr>
        <p:txBody>
          <a:bodyPr anchorCtr="0" anchor="t" bIns="0" lIns="0" spcFirstLastPara="1" rIns="0" wrap="square" tIns="0">
            <a:noAutofit/>
          </a:bodyPr>
          <a:lstStyle>
            <a:lvl1pPr lvl="0">
              <a:spcBef>
                <a:spcPts val="0"/>
              </a:spcBef>
              <a:spcAft>
                <a:spcPts val="0"/>
              </a:spcAft>
              <a:buNone/>
              <a:defRPr sz="1400"/>
            </a:lvl1pPr>
            <a:lvl2pPr lvl="1">
              <a:spcBef>
                <a:spcPts val="0"/>
              </a:spcBef>
              <a:spcAft>
                <a:spcPts val="0"/>
              </a:spcAft>
              <a:buNone/>
              <a:defRPr sz="1400"/>
            </a:lvl2pPr>
            <a:lvl3pPr lvl="2">
              <a:spcBef>
                <a:spcPts val="0"/>
              </a:spcBef>
              <a:spcAft>
                <a:spcPts val="0"/>
              </a:spcAft>
              <a:buNone/>
              <a:defRPr sz="1400"/>
            </a:lvl3pPr>
            <a:lvl4pPr lvl="3">
              <a:spcBef>
                <a:spcPts val="0"/>
              </a:spcBef>
              <a:spcAft>
                <a:spcPts val="0"/>
              </a:spcAft>
              <a:buNone/>
              <a:defRPr sz="1400"/>
            </a:lvl4pPr>
            <a:lvl5pPr lvl="4">
              <a:spcBef>
                <a:spcPts val="0"/>
              </a:spcBef>
              <a:spcAft>
                <a:spcPts val="0"/>
              </a:spcAft>
              <a:buNone/>
              <a:defRPr sz="1400"/>
            </a:lvl5pPr>
            <a:lvl6pPr lvl="5">
              <a:spcBef>
                <a:spcPts val="0"/>
              </a:spcBef>
              <a:spcAft>
                <a:spcPts val="0"/>
              </a:spcAft>
              <a:buNone/>
              <a:defRPr sz="1400"/>
            </a:lvl6pPr>
            <a:lvl7pPr lvl="6">
              <a:spcBef>
                <a:spcPts val="0"/>
              </a:spcBef>
              <a:spcAft>
                <a:spcPts val="0"/>
              </a:spcAft>
              <a:buNone/>
              <a:defRPr sz="1400"/>
            </a:lvl7pPr>
            <a:lvl8pPr lvl="7">
              <a:spcBef>
                <a:spcPts val="0"/>
              </a:spcBef>
              <a:spcAft>
                <a:spcPts val="0"/>
              </a:spcAft>
              <a:buNone/>
              <a:defRPr sz="1400"/>
            </a:lvl8pPr>
            <a:lvl9pPr lvl="8">
              <a:spcBef>
                <a:spcPts val="0"/>
              </a:spcBef>
              <a:spcAft>
                <a:spcPts val="0"/>
              </a:spcAft>
              <a:buNone/>
              <a:defRPr sz="1400"/>
            </a:lvl9pPr>
          </a:lstStyle>
          <a:p/>
        </p:txBody>
      </p:sp>
      <p:sp>
        <p:nvSpPr>
          <p:cNvPr id="341" name="Google Shape;341;p36"/>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Archivo"/>
                <a:ea typeface="Archivo"/>
                <a:cs typeface="Archivo"/>
                <a:sym typeface="Archivo"/>
              </a:defRPr>
            </a:lvl1pPr>
            <a:lvl2pPr lvl="1" algn="r">
              <a:buNone/>
              <a:defRPr sz="700">
                <a:solidFill>
                  <a:schemeClr val="dk1"/>
                </a:solidFill>
                <a:latin typeface="Archivo"/>
                <a:ea typeface="Archivo"/>
                <a:cs typeface="Archivo"/>
                <a:sym typeface="Archivo"/>
              </a:defRPr>
            </a:lvl2pPr>
            <a:lvl3pPr lvl="2" algn="r">
              <a:buNone/>
              <a:defRPr sz="700">
                <a:solidFill>
                  <a:schemeClr val="dk1"/>
                </a:solidFill>
                <a:latin typeface="Archivo"/>
                <a:ea typeface="Archivo"/>
                <a:cs typeface="Archivo"/>
                <a:sym typeface="Archivo"/>
              </a:defRPr>
            </a:lvl3pPr>
            <a:lvl4pPr lvl="3" algn="r">
              <a:buNone/>
              <a:defRPr sz="700">
                <a:solidFill>
                  <a:schemeClr val="dk1"/>
                </a:solidFill>
                <a:latin typeface="Archivo"/>
                <a:ea typeface="Archivo"/>
                <a:cs typeface="Archivo"/>
                <a:sym typeface="Archivo"/>
              </a:defRPr>
            </a:lvl4pPr>
            <a:lvl5pPr lvl="4" algn="r">
              <a:buNone/>
              <a:defRPr sz="700">
                <a:solidFill>
                  <a:schemeClr val="dk1"/>
                </a:solidFill>
                <a:latin typeface="Archivo"/>
                <a:ea typeface="Archivo"/>
                <a:cs typeface="Archivo"/>
                <a:sym typeface="Archivo"/>
              </a:defRPr>
            </a:lvl5pPr>
            <a:lvl6pPr lvl="5" algn="r">
              <a:buNone/>
              <a:defRPr sz="700">
                <a:solidFill>
                  <a:schemeClr val="dk1"/>
                </a:solidFill>
                <a:latin typeface="Archivo"/>
                <a:ea typeface="Archivo"/>
                <a:cs typeface="Archivo"/>
                <a:sym typeface="Archivo"/>
              </a:defRPr>
            </a:lvl6pPr>
            <a:lvl7pPr lvl="6" algn="r">
              <a:buNone/>
              <a:defRPr sz="700">
                <a:solidFill>
                  <a:schemeClr val="dk1"/>
                </a:solidFill>
                <a:latin typeface="Archivo"/>
                <a:ea typeface="Archivo"/>
                <a:cs typeface="Archivo"/>
                <a:sym typeface="Archivo"/>
              </a:defRPr>
            </a:lvl7pPr>
            <a:lvl8pPr lvl="7" algn="r">
              <a:buNone/>
              <a:defRPr sz="700">
                <a:solidFill>
                  <a:schemeClr val="dk1"/>
                </a:solidFill>
                <a:latin typeface="Archivo"/>
                <a:ea typeface="Archivo"/>
                <a:cs typeface="Archivo"/>
                <a:sym typeface="Archivo"/>
              </a:defRPr>
            </a:lvl8pPr>
            <a:lvl9pPr lvl="8" algn="r">
              <a:buNone/>
              <a:defRPr sz="700">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
        <p:nvSpPr>
          <p:cNvPr id="342" name="Google Shape;342;p36"/>
          <p:cNvSpPr txBox="1"/>
          <p:nvPr>
            <p:ph idx="6"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Archivo"/>
              <a:buNone/>
              <a:defRPr sz="7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Tree>
  </p:cSld>
  <p:clrMapOvr>
    <a:masterClrMapping/>
  </p:clrMapOvr>
  <p:extLst>
    <p:ext uri="{DCECCB84-F9BA-43D5-87BE-67443E8EF086}">
      <p15:sldGuideLst>
        <p15:guide id="1" orient="horz" pos="386">
          <p15:clr>
            <a:srgbClr val="E46962"/>
          </p15:clr>
        </p15:guide>
      </p15:sldGuideLst>
    </p:ext>
  </p:extLst>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 Alt 2">
  <p:cSld name="CUSTOM_2_1_3">
    <p:bg>
      <p:bgPr>
        <a:solidFill>
          <a:schemeClr val="dk1"/>
        </a:solidFill>
      </p:bgPr>
    </p:bg>
    <p:spTree>
      <p:nvGrpSpPr>
        <p:cNvPr id="343" name="Shape 343"/>
        <p:cNvGrpSpPr/>
        <p:nvPr/>
      </p:nvGrpSpPr>
      <p:grpSpPr>
        <a:xfrm>
          <a:off x="0" y="0"/>
          <a:ext cx="0" cy="0"/>
          <a:chOff x="0" y="0"/>
          <a:chExt cx="0" cy="0"/>
        </a:xfrm>
      </p:grpSpPr>
      <p:pic>
        <p:nvPicPr>
          <p:cNvPr id="344" name="Google Shape;344;p37"/>
          <p:cNvPicPr preferRelativeResize="0"/>
          <p:nvPr/>
        </p:nvPicPr>
        <p:blipFill>
          <a:blip r:embed="rId2">
            <a:alphaModFix/>
          </a:blip>
          <a:stretch>
            <a:fillRect/>
          </a:stretch>
        </p:blipFill>
        <p:spPr>
          <a:xfrm>
            <a:off x="0" y="0"/>
            <a:ext cx="9144000" cy="5143500"/>
          </a:xfrm>
          <a:prstGeom prst="rect">
            <a:avLst/>
          </a:prstGeom>
          <a:noFill/>
          <a:ln>
            <a:noFill/>
          </a:ln>
        </p:spPr>
      </p:pic>
      <p:sp>
        <p:nvSpPr>
          <p:cNvPr id="345" name="Google Shape;345;p37"/>
          <p:cNvSpPr txBox="1"/>
          <p:nvPr>
            <p:ph idx="1" type="subTitle"/>
          </p:nvPr>
        </p:nvSpPr>
        <p:spPr>
          <a:xfrm>
            <a:off x="361975" y="539900"/>
            <a:ext cx="8367600" cy="31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2000"/>
              <a:buFont typeface="Archivo"/>
              <a:buNone/>
              <a:defRPr sz="20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
        <p:nvSpPr>
          <p:cNvPr id="346" name="Google Shape;346;p37"/>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Archivo"/>
                <a:ea typeface="Archivo"/>
                <a:cs typeface="Archivo"/>
                <a:sym typeface="Archivo"/>
              </a:defRPr>
            </a:lvl1pPr>
            <a:lvl2pPr lvl="1" algn="r">
              <a:buNone/>
              <a:defRPr sz="700">
                <a:solidFill>
                  <a:schemeClr val="dk1"/>
                </a:solidFill>
                <a:latin typeface="Archivo"/>
                <a:ea typeface="Archivo"/>
                <a:cs typeface="Archivo"/>
                <a:sym typeface="Archivo"/>
              </a:defRPr>
            </a:lvl2pPr>
            <a:lvl3pPr lvl="2" algn="r">
              <a:buNone/>
              <a:defRPr sz="700">
                <a:solidFill>
                  <a:schemeClr val="dk1"/>
                </a:solidFill>
                <a:latin typeface="Archivo"/>
                <a:ea typeface="Archivo"/>
                <a:cs typeface="Archivo"/>
                <a:sym typeface="Archivo"/>
              </a:defRPr>
            </a:lvl3pPr>
            <a:lvl4pPr lvl="3" algn="r">
              <a:buNone/>
              <a:defRPr sz="700">
                <a:solidFill>
                  <a:schemeClr val="dk1"/>
                </a:solidFill>
                <a:latin typeface="Archivo"/>
                <a:ea typeface="Archivo"/>
                <a:cs typeface="Archivo"/>
                <a:sym typeface="Archivo"/>
              </a:defRPr>
            </a:lvl4pPr>
            <a:lvl5pPr lvl="4" algn="r">
              <a:buNone/>
              <a:defRPr sz="700">
                <a:solidFill>
                  <a:schemeClr val="dk1"/>
                </a:solidFill>
                <a:latin typeface="Archivo"/>
                <a:ea typeface="Archivo"/>
                <a:cs typeface="Archivo"/>
                <a:sym typeface="Archivo"/>
              </a:defRPr>
            </a:lvl5pPr>
            <a:lvl6pPr lvl="5" algn="r">
              <a:buNone/>
              <a:defRPr sz="700">
                <a:solidFill>
                  <a:schemeClr val="dk1"/>
                </a:solidFill>
                <a:latin typeface="Archivo"/>
                <a:ea typeface="Archivo"/>
                <a:cs typeface="Archivo"/>
                <a:sym typeface="Archivo"/>
              </a:defRPr>
            </a:lvl6pPr>
            <a:lvl7pPr lvl="6" algn="r">
              <a:buNone/>
              <a:defRPr sz="700">
                <a:solidFill>
                  <a:schemeClr val="dk1"/>
                </a:solidFill>
                <a:latin typeface="Archivo"/>
                <a:ea typeface="Archivo"/>
                <a:cs typeface="Archivo"/>
                <a:sym typeface="Archivo"/>
              </a:defRPr>
            </a:lvl7pPr>
            <a:lvl8pPr lvl="7" algn="r">
              <a:buNone/>
              <a:defRPr sz="700">
                <a:solidFill>
                  <a:schemeClr val="dk1"/>
                </a:solidFill>
                <a:latin typeface="Archivo"/>
                <a:ea typeface="Archivo"/>
                <a:cs typeface="Archivo"/>
                <a:sym typeface="Archivo"/>
              </a:defRPr>
            </a:lvl8pPr>
            <a:lvl9pPr lvl="8" algn="r">
              <a:buNone/>
              <a:defRPr sz="700">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
        <p:nvSpPr>
          <p:cNvPr id="347" name="Google Shape;347;p37"/>
          <p:cNvSpPr txBox="1"/>
          <p:nvPr>
            <p:ph idx="2"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Archivo"/>
              <a:buNone/>
              <a:defRPr sz="7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
        <p:nvSpPr>
          <p:cNvPr id="348" name="Google Shape;348;p37"/>
          <p:cNvSpPr txBox="1"/>
          <p:nvPr>
            <p:ph idx="3" type="body"/>
          </p:nvPr>
        </p:nvSpPr>
        <p:spPr>
          <a:xfrm>
            <a:off x="361975" y="2947875"/>
            <a:ext cx="4163100" cy="1833600"/>
          </a:xfrm>
          <a:prstGeom prst="rect">
            <a:avLst/>
          </a:prstGeom>
        </p:spPr>
        <p:txBody>
          <a:bodyPr anchorCtr="0" anchor="b" bIns="0" lIns="0" spcFirstLastPara="1" rIns="0" wrap="square" tIns="137150">
            <a:noAutofit/>
          </a:bodyPr>
          <a:lstStyle>
            <a:lvl1pPr indent="-304800" lvl="0" marL="457200">
              <a:spcBef>
                <a:spcPts val="0"/>
              </a:spcBef>
              <a:spcAft>
                <a:spcPts val="0"/>
              </a:spcAft>
              <a:buClr>
                <a:schemeClr val="dk1"/>
              </a:buClr>
              <a:buSzPts val="1200"/>
              <a:buFont typeface="Archivo"/>
              <a:buChar char="●"/>
              <a:defRPr/>
            </a:lvl1pPr>
            <a:lvl2pPr indent="-304800" lvl="1" marL="914400">
              <a:spcBef>
                <a:spcPts val="0"/>
              </a:spcBef>
              <a:spcAft>
                <a:spcPts val="0"/>
              </a:spcAft>
              <a:buClr>
                <a:schemeClr val="dk1"/>
              </a:buClr>
              <a:buSzPts val="1200"/>
              <a:buFont typeface="Archivo"/>
              <a:buChar char="○"/>
              <a:defRPr/>
            </a:lvl2pPr>
            <a:lvl3pPr indent="-304800" lvl="2" marL="1371600">
              <a:spcBef>
                <a:spcPts val="0"/>
              </a:spcBef>
              <a:spcAft>
                <a:spcPts val="0"/>
              </a:spcAft>
              <a:buClr>
                <a:schemeClr val="dk1"/>
              </a:buClr>
              <a:buSzPts val="1200"/>
              <a:buFont typeface="Archivo"/>
              <a:buChar char="■"/>
              <a:defRPr/>
            </a:lvl3pPr>
            <a:lvl4pPr indent="-304800" lvl="3" marL="1828800">
              <a:spcBef>
                <a:spcPts val="0"/>
              </a:spcBef>
              <a:spcAft>
                <a:spcPts val="0"/>
              </a:spcAft>
              <a:buClr>
                <a:schemeClr val="dk1"/>
              </a:buClr>
              <a:buSzPts val="1200"/>
              <a:buFont typeface="Archivo"/>
              <a:buChar char="●"/>
              <a:defRPr/>
            </a:lvl4pPr>
            <a:lvl5pPr indent="-304800" lvl="4" marL="2286000">
              <a:spcBef>
                <a:spcPts val="0"/>
              </a:spcBef>
              <a:spcAft>
                <a:spcPts val="0"/>
              </a:spcAft>
              <a:buClr>
                <a:schemeClr val="dk1"/>
              </a:buClr>
              <a:buSzPts val="1200"/>
              <a:buFont typeface="Archivo"/>
              <a:buChar char="○"/>
              <a:defRPr/>
            </a:lvl5pPr>
            <a:lvl6pPr indent="-304800" lvl="5" marL="2743200">
              <a:spcBef>
                <a:spcPts val="0"/>
              </a:spcBef>
              <a:spcAft>
                <a:spcPts val="0"/>
              </a:spcAft>
              <a:buClr>
                <a:schemeClr val="dk1"/>
              </a:buClr>
              <a:buSzPts val="1200"/>
              <a:buFont typeface="Archivo"/>
              <a:buChar char="■"/>
              <a:defRPr/>
            </a:lvl6pPr>
            <a:lvl7pPr indent="-304800" lvl="6" marL="3200400">
              <a:spcBef>
                <a:spcPts val="0"/>
              </a:spcBef>
              <a:spcAft>
                <a:spcPts val="0"/>
              </a:spcAft>
              <a:buClr>
                <a:schemeClr val="dk1"/>
              </a:buClr>
              <a:buSzPts val="1200"/>
              <a:buFont typeface="Archivo"/>
              <a:buChar char="●"/>
              <a:defRPr/>
            </a:lvl7pPr>
            <a:lvl8pPr indent="-304800" lvl="7" marL="3657600">
              <a:spcBef>
                <a:spcPts val="0"/>
              </a:spcBef>
              <a:spcAft>
                <a:spcPts val="0"/>
              </a:spcAft>
              <a:buClr>
                <a:schemeClr val="dk1"/>
              </a:buClr>
              <a:buSzPts val="1200"/>
              <a:buFont typeface="Archivo"/>
              <a:buChar char="○"/>
              <a:defRPr/>
            </a:lvl8pPr>
            <a:lvl9pPr indent="-304800" lvl="8" marL="4114800">
              <a:spcBef>
                <a:spcPts val="0"/>
              </a:spcBef>
              <a:spcAft>
                <a:spcPts val="0"/>
              </a:spcAft>
              <a:buClr>
                <a:schemeClr val="dk1"/>
              </a:buClr>
              <a:buSzPts val="1200"/>
              <a:buFont typeface="Archivo"/>
              <a:buChar char="■"/>
              <a:defRPr/>
            </a:lvl9pPr>
          </a:lstStyle>
          <a:p/>
        </p:txBody>
      </p:sp>
      <p:sp>
        <p:nvSpPr>
          <p:cNvPr id="349" name="Google Shape;349;p37"/>
          <p:cNvSpPr txBox="1"/>
          <p:nvPr>
            <p:ph type="title"/>
          </p:nvPr>
        </p:nvSpPr>
        <p:spPr>
          <a:xfrm>
            <a:off x="337200" y="1066100"/>
            <a:ext cx="8375700" cy="1881900"/>
          </a:xfrm>
          <a:prstGeom prst="rect">
            <a:avLst/>
          </a:prstGeom>
        </p:spPr>
        <p:txBody>
          <a:bodyPr anchorCtr="0" anchor="t" bIns="137150" lIns="0" spcFirstLastPara="1" rIns="0" wrap="square" tIns="0">
            <a:noAutofit/>
          </a:bodyPr>
          <a:lstStyle>
            <a:lvl1pPr lvl="0">
              <a:spcBef>
                <a:spcPts val="0"/>
              </a:spcBef>
              <a:spcAft>
                <a:spcPts val="0"/>
              </a:spcAft>
              <a:buClr>
                <a:schemeClr val="dk1"/>
              </a:buClr>
              <a:buSzPts val="3000"/>
              <a:buFont typeface="Archivo"/>
              <a:buNone/>
              <a:defRPr/>
            </a:lvl1pPr>
            <a:lvl2pPr lvl="1">
              <a:spcBef>
                <a:spcPts val="0"/>
              </a:spcBef>
              <a:spcAft>
                <a:spcPts val="0"/>
              </a:spcAft>
              <a:buClr>
                <a:schemeClr val="dk1"/>
              </a:buClr>
              <a:buSzPts val="5000"/>
              <a:buFont typeface="Archivo SemiBold"/>
              <a:buNone/>
              <a:defRPr sz="5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5000"/>
              <a:buFont typeface="Archivo SemiBold"/>
              <a:buNone/>
              <a:defRPr sz="5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5000"/>
              <a:buFont typeface="Archivo SemiBold"/>
              <a:buNone/>
              <a:defRPr sz="5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5000"/>
              <a:buFont typeface="Archivo SemiBold"/>
              <a:buNone/>
              <a:defRPr sz="5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5000"/>
              <a:buFont typeface="Archivo SemiBold"/>
              <a:buNone/>
              <a:defRPr sz="5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5000"/>
              <a:buFont typeface="Archivo SemiBold"/>
              <a:buNone/>
              <a:defRPr sz="5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5000"/>
              <a:buFont typeface="Archivo SemiBold"/>
              <a:buNone/>
              <a:defRPr sz="5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5000"/>
              <a:buFont typeface="Archivo SemiBold"/>
              <a:buNone/>
              <a:defRPr sz="5000">
                <a:solidFill>
                  <a:schemeClr val="dk1"/>
                </a:solidFill>
                <a:latin typeface="Archivo SemiBold"/>
                <a:ea typeface="Archivo SemiBold"/>
                <a:cs typeface="Archivo SemiBold"/>
                <a:sym typeface="Archivo SemiBold"/>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 Alt 6">
  <p:cSld name="CUSTOM_2_1_1_1">
    <p:bg>
      <p:bgPr>
        <a:solidFill>
          <a:schemeClr val="dk1"/>
        </a:solidFill>
      </p:bgPr>
    </p:bg>
    <p:spTree>
      <p:nvGrpSpPr>
        <p:cNvPr id="350" name="Shape 350"/>
        <p:cNvGrpSpPr/>
        <p:nvPr/>
      </p:nvGrpSpPr>
      <p:grpSpPr>
        <a:xfrm>
          <a:off x="0" y="0"/>
          <a:ext cx="0" cy="0"/>
          <a:chOff x="0" y="0"/>
          <a:chExt cx="0" cy="0"/>
        </a:xfrm>
      </p:grpSpPr>
      <p:pic>
        <p:nvPicPr>
          <p:cNvPr id="351" name="Google Shape;351;p38"/>
          <p:cNvPicPr preferRelativeResize="0"/>
          <p:nvPr/>
        </p:nvPicPr>
        <p:blipFill>
          <a:blip r:embed="rId2">
            <a:alphaModFix/>
          </a:blip>
          <a:stretch>
            <a:fillRect/>
          </a:stretch>
        </p:blipFill>
        <p:spPr>
          <a:xfrm>
            <a:off x="0" y="0"/>
            <a:ext cx="9144000" cy="5143500"/>
          </a:xfrm>
          <a:prstGeom prst="rect">
            <a:avLst/>
          </a:prstGeom>
          <a:noFill/>
          <a:ln>
            <a:noFill/>
          </a:ln>
        </p:spPr>
      </p:pic>
      <p:sp>
        <p:nvSpPr>
          <p:cNvPr id="352" name="Google Shape;352;p38"/>
          <p:cNvSpPr txBox="1"/>
          <p:nvPr>
            <p:ph type="title"/>
          </p:nvPr>
        </p:nvSpPr>
        <p:spPr>
          <a:xfrm>
            <a:off x="361965" y="2535325"/>
            <a:ext cx="6346800" cy="2282700"/>
          </a:xfrm>
          <a:prstGeom prst="rect">
            <a:avLst/>
          </a:prstGeom>
        </p:spPr>
        <p:txBody>
          <a:bodyPr anchorCtr="0" anchor="b" bIns="0" lIns="0" spcFirstLastPara="1" rIns="0" wrap="square" tIns="0">
            <a:noAutofit/>
          </a:bodyPr>
          <a:lstStyle>
            <a:lvl1pPr lvl="0">
              <a:spcBef>
                <a:spcPts val="0"/>
              </a:spcBef>
              <a:spcAft>
                <a:spcPts val="0"/>
              </a:spcAft>
              <a:buNone/>
              <a:defRPr sz="2000">
                <a:latin typeface="Archivo SemiBold"/>
                <a:ea typeface="Archivo SemiBold"/>
                <a:cs typeface="Archivo SemiBold"/>
                <a:sym typeface="Archivo SemiBold"/>
              </a:defRPr>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353" name="Google Shape;353;p38"/>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Archivo"/>
                <a:ea typeface="Archivo"/>
                <a:cs typeface="Archivo"/>
                <a:sym typeface="Archivo"/>
              </a:defRPr>
            </a:lvl1pPr>
            <a:lvl2pPr lvl="1" algn="r">
              <a:buNone/>
              <a:defRPr sz="700">
                <a:solidFill>
                  <a:schemeClr val="dk1"/>
                </a:solidFill>
                <a:latin typeface="Archivo"/>
                <a:ea typeface="Archivo"/>
                <a:cs typeface="Archivo"/>
                <a:sym typeface="Archivo"/>
              </a:defRPr>
            </a:lvl2pPr>
            <a:lvl3pPr lvl="2" algn="r">
              <a:buNone/>
              <a:defRPr sz="700">
                <a:solidFill>
                  <a:schemeClr val="dk1"/>
                </a:solidFill>
                <a:latin typeface="Archivo"/>
                <a:ea typeface="Archivo"/>
                <a:cs typeface="Archivo"/>
                <a:sym typeface="Archivo"/>
              </a:defRPr>
            </a:lvl3pPr>
            <a:lvl4pPr lvl="3" algn="r">
              <a:buNone/>
              <a:defRPr sz="700">
                <a:solidFill>
                  <a:schemeClr val="dk1"/>
                </a:solidFill>
                <a:latin typeface="Archivo"/>
                <a:ea typeface="Archivo"/>
                <a:cs typeface="Archivo"/>
                <a:sym typeface="Archivo"/>
              </a:defRPr>
            </a:lvl4pPr>
            <a:lvl5pPr lvl="4" algn="r">
              <a:buNone/>
              <a:defRPr sz="700">
                <a:solidFill>
                  <a:schemeClr val="dk1"/>
                </a:solidFill>
                <a:latin typeface="Archivo"/>
                <a:ea typeface="Archivo"/>
                <a:cs typeface="Archivo"/>
                <a:sym typeface="Archivo"/>
              </a:defRPr>
            </a:lvl5pPr>
            <a:lvl6pPr lvl="5" algn="r">
              <a:buNone/>
              <a:defRPr sz="700">
                <a:solidFill>
                  <a:schemeClr val="dk1"/>
                </a:solidFill>
                <a:latin typeface="Archivo"/>
                <a:ea typeface="Archivo"/>
                <a:cs typeface="Archivo"/>
                <a:sym typeface="Archivo"/>
              </a:defRPr>
            </a:lvl6pPr>
            <a:lvl7pPr lvl="6" algn="r">
              <a:buNone/>
              <a:defRPr sz="700">
                <a:solidFill>
                  <a:schemeClr val="dk1"/>
                </a:solidFill>
                <a:latin typeface="Archivo"/>
                <a:ea typeface="Archivo"/>
                <a:cs typeface="Archivo"/>
                <a:sym typeface="Archivo"/>
              </a:defRPr>
            </a:lvl7pPr>
            <a:lvl8pPr lvl="7" algn="r">
              <a:buNone/>
              <a:defRPr sz="700">
                <a:solidFill>
                  <a:schemeClr val="dk1"/>
                </a:solidFill>
                <a:latin typeface="Archivo"/>
                <a:ea typeface="Archivo"/>
                <a:cs typeface="Archivo"/>
                <a:sym typeface="Archivo"/>
              </a:defRPr>
            </a:lvl8pPr>
            <a:lvl9pPr lvl="8" algn="r">
              <a:buNone/>
              <a:defRPr sz="700">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
        <p:nvSpPr>
          <p:cNvPr id="354" name="Google Shape;354;p38"/>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Archivo"/>
              <a:buNone/>
              <a:defRPr sz="7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
        <p:nvSpPr>
          <p:cNvPr id="355" name="Google Shape;355;p38"/>
          <p:cNvSpPr txBox="1"/>
          <p:nvPr>
            <p:ph idx="2" type="subTitle"/>
          </p:nvPr>
        </p:nvSpPr>
        <p:spPr>
          <a:xfrm>
            <a:off x="361975" y="539900"/>
            <a:ext cx="8367600" cy="31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2000"/>
              <a:buFont typeface="Archivo"/>
              <a:buNone/>
              <a:defRPr sz="20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p:cSld name="CUSTOM_5">
    <p:bg>
      <p:bgPr>
        <a:solidFill>
          <a:schemeClr val="dk1"/>
        </a:solidFill>
      </p:bgPr>
    </p:bg>
    <p:spTree>
      <p:nvGrpSpPr>
        <p:cNvPr id="356" name="Shape 356"/>
        <p:cNvGrpSpPr/>
        <p:nvPr/>
      </p:nvGrpSpPr>
      <p:grpSpPr>
        <a:xfrm>
          <a:off x="0" y="0"/>
          <a:ext cx="0" cy="0"/>
          <a:chOff x="0" y="0"/>
          <a:chExt cx="0" cy="0"/>
        </a:xfrm>
      </p:grpSpPr>
      <p:pic>
        <p:nvPicPr>
          <p:cNvPr id="357" name="Google Shape;357;p39"/>
          <p:cNvPicPr preferRelativeResize="0"/>
          <p:nvPr/>
        </p:nvPicPr>
        <p:blipFill>
          <a:blip r:embed="rId2">
            <a:alphaModFix/>
          </a:blip>
          <a:stretch>
            <a:fillRect/>
          </a:stretch>
        </p:blipFill>
        <p:spPr>
          <a:xfrm>
            <a:off x="0" y="0"/>
            <a:ext cx="9144000" cy="5143500"/>
          </a:xfrm>
          <a:prstGeom prst="rect">
            <a:avLst/>
          </a:prstGeom>
          <a:noFill/>
          <a:ln>
            <a:noFill/>
          </a:ln>
        </p:spPr>
      </p:pic>
      <p:sp>
        <p:nvSpPr>
          <p:cNvPr id="358" name="Google Shape;358;p39"/>
          <p:cNvSpPr txBox="1"/>
          <p:nvPr>
            <p:ph type="title"/>
          </p:nvPr>
        </p:nvSpPr>
        <p:spPr>
          <a:xfrm>
            <a:off x="2504817" y="2940138"/>
            <a:ext cx="1994100" cy="579900"/>
          </a:xfrm>
          <a:prstGeom prst="rect">
            <a:avLst/>
          </a:prstGeom>
        </p:spPr>
        <p:txBody>
          <a:bodyPr anchorCtr="0" anchor="t" bIns="91425" lIns="137150" spcFirstLastPara="1" rIns="137150" wrap="square" tIns="91425">
            <a:noAutofit/>
          </a:bodyPr>
          <a:lstStyle>
            <a:lvl1pPr lvl="0" algn="ctr">
              <a:spcBef>
                <a:spcPts val="0"/>
              </a:spcBef>
              <a:spcAft>
                <a:spcPts val="0"/>
              </a:spcAft>
              <a:buClr>
                <a:schemeClr val="dk1"/>
              </a:buClr>
              <a:buSzPts val="3000"/>
              <a:buFont typeface="Archivo SemiBold"/>
              <a:buNone/>
              <a:defRPr>
                <a:latin typeface="Archivo SemiBold"/>
                <a:ea typeface="Archivo SemiBold"/>
                <a:cs typeface="Archivo SemiBold"/>
                <a:sym typeface="Archivo SemiBold"/>
              </a:defRPr>
            </a:lvl1pPr>
            <a:lvl2pPr lvl="1"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2pPr>
            <a:lvl3pPr lvl="2"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3pPr>
            <a:lvl4pPr lvl="3"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4pPr>
            <a:lvl5pPr lvl="4"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5pPr>
            <a:lvl6pPr lvl="5"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6pPr>
            <a:lvl7pPr lvl="6"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7pPr>
            <a:lvl8pPr lvl="7"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8pPr>
            <a:lvl9pPr lvl="8"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9pPr>
          </a:lstStyle>
          <a:p/>
        </p:txBody>
      </p:sp>
      <p:sp>
        <p:nvSpPr>
          <p:cNvPr id="359" name="Google Shape;359;p39"/>
          <p:cNvSpPr txBox="1"/>
          <p:nvPr>
            <p:ph idx="1" type="subTitle"/>
          </p:nvPr>
        </p:nvSpPr>
        <p:spPr>
          <a:xfrm>
            <a:off x="2504817" y="3661040"/>
            <a:ext cx="1994100" cy="886800"/>
          </a:xfrm>
          <a:prstGeom prst="rect">
            <a:avLst/>
          </a:prstGeom>
        </p:spPr>
        <p:txBody>
          <a:bodyPr anchorCtr="0" anchor="t" bIns="91425" lIns="137150" spcFirstLastPara="1" rIns="137150" wrap="square" tIns="91425">
            <a:noAutofit/>
          </a:bodyPr>
          <a:lstStyle>
            <a:lvl1pPr lvl="0" algn="ctr">
              <a:spcBef>
                <a:spcPts val="0"/>
              </a:spcBef>
              <a:spcAft>
                <a:spcPts val="0"/>
              </a:spcAft>
              <a:buClr>
                <a:schemeClr val="dk1"/>
              </a:buClr>
              <a:buSzPts val="1000"/>
              <a:buFont typeface="Archivo Light"/>
              <a:buNone/>
              <a:defRPr sz="1000">
                <a:latin typeface="Archivo Light"/>
                <a:ea typeface="Archivo Light"/>
                <a:cs typeface="Archivo Light"/>
                <a:sym typeface="Archivo Light"/>
              </a:defRPr>
            </a:lvl1pPr>
            <a:lvl2pPr lvl="1" algn="ctr">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2pPr>
            <a:lvl3pPr lvl="2" algn="ctr">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3pPr>
            <a:lvl4pPr lvl="3" algn="ctr">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4pPr>
            <a:lvl5pPr lvl="4" algn="ctr">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5pPr>
            <a:lvl6pPr lvl="5" algn="ctr">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6pPr>
            <a:lvl7pPr lvl="6" algn="ctr">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7pPr>
            <a:lvl8pPr lvl="7" algn="ctr">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8pPr>
            <a:lvl9pPr lvl="8" algn="ctr">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9pPr>
          </a:lstStyle>
          <a:p/>
        </p:txBody>
      </p:sp>
      <p:sp>
        <p:nvSpPr>
          <p:cNvPr id="360" name="Google Shape;360;p39"/>
          <p:cNvSpPr/>
          <p:nvPr>
            <p:ph idx="2" type="pic"/>
          </p:nvPr>
        </p:nvSpPr>
        <p:spPr>
          <a:xfrm>
            <a:off x="2824167" y="1295719"/>
            <a:ext cx="1355400" cy="1373100"/>
          </a:xfrm>
          <a:prstGeom prst="ellipse">
            <a:avLst/>
          </a:prstGeom>
          <a:noFill/>
          <a:ln>
            <a:noFill/>
          </a:ln>
        </p:spPr>
      </p:sp>
      <p:sp>
        <p:nvSpPr>
          <p:cNvPr id="361" name="Google Shape;361;p39"/>
          <p:cNvSpPr txBox="1"/>
          <p:nvPr>
            <p:ph idx="3" type="title"/>
          </p:nvPr>
        </p:nvSpPr>
        <p:spPr>
          <a:xfrm>
            <a:off x="368350" y="2940138"/>
            <a:ext cx="1994100" cy="579900"/>
          </a:xfrm>
          <a:prstGeom prst="rect">
            <a:avLst/>
          </a:prstGeom>
        </p:spPr>
        <p:txBody>
          <a:bodyPr anchorCtr="0" anchor="ctr" bIns="91425" lIns="137150" spcFirstLastPara="1" rIns="137150" wrap="square" tIns="91425">
            <a:noAutofit/>
          </a:bodyPr>
          <a:lstStyle>
            <a:lvl1pPr lvl="0" algn="ctr">
              <a:spcBef>
                <a:spcPts val="0"/>
              </a:spcBef>
              <a:spcAft>
                <a:spcPts val="0"/>
              </a:spcAft>
              <a:buClr>
                <a:schemeClr val="dk1"/>
              </a:buClr>
              <a:buSzPts val="3000"/>
              <a:buFont typeface="Archivo SemiBold"/>
              <a:buNone/>
              <a:defRPr sz="1400">
                <a:latin typeface="Archivo SemiBold"/>
                <a:ea typeface="Archivo SemiBold"/>
                <a:cs typeface="Archivo SemiBold"/>
                <a:sym typeface="Archivo SemiBold"/>
              </a:defRPr>
            </a:lvl1pPr>
            <a:lvl2pPr lvl="1"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2pPr>
            <a:lvl3pPr lvl="2"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3pPr>
            <a:lvl4pPr lvl="3"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4pPr>
            <a:lvl5pPr lvl="4"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5pPr>
            <a:lvl6pPr lvl="5"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6pPr>
            <a:lvl7pPr lvl="6"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7pPr>
            <a:lvl8pPr lvl="7"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8pPr>
            <a:lvl9pPr lvl="8"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9pPr>
          </a:lstStyle>
          <a:p/>
        </p:txBody>
      </p:sp>
      <p:sp>
        <p:nvSpPr>
          <p:cNvPr id="362" name="Google Shape;362;p39"/>
          <p:cNvSpPr txBox="1"/>
          <p:nvPr>
            <p:ph idx="4" type="subTitle"/>
          </p:nvPr>
        </p:nvSpPr>
        <p:spPr>
          <a:xfrm>
            <a:off x="368350" y="3661040"/>
            <a:ext cx="1994100" cy="886800"/>
          </a:xfrm>
          <a:prstGeom prst="rect">
            <a:avLst/>
          </a:prstGeom>
        </p:spPr>
        <p:txBody>
          <a:bodyPr anchorCtr="0" anchor="t" bIns="91425" lIns="137150" spcFirstLastPara="1" rIns="137150" wrap="square" tIns="91425">
            <a:noAutofit/>
          </a:bodyPr>
          <a:lstStyle>
            <a:lvl1pPr lvl="0" algn="ctr">
              <a:spcBef>
                <a:spcPts val="0"/>
              </a:spcBef>
              <a:spcAft>
                <a:spcPts val="0"/>
              </a:spcAft>
              <a:buClr>
                <a:schemeClr val="dk1"/>
              </a:buClr>
              <a:buSzPts val="1000"/>
              <a:buFont typeface="Archivo Light"/>
              <a:buNone/>
              <a:defRPr sz="1000">
                <a:latin typeface="Archivo Light"/>
                <a:ea typeface="Archivo Light"/>
                <a:cs typeface="Archivo Light"/>
                <a:sym typeface="Archivo Light"/>
              </a:defRPr>
            </a:lvl1pPr>
            <a:lvl2pPr lvl="1" algn="ctr">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2pPr>
            <a:lvl3pPr lvl="2" algn="ctr">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3pPr>
            <a:lvl4pPr lvl="3" algn="ctr">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4pPr>
            <a:lvl5pPr lvl="4" algn="ctr">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5pPr>
            <a:lvl6pPr lvl="5" algn="ctr">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6pPr>
            <a:lvl7pPr lvl="6" algn="ctr">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7pPr>
            <a:lvl8pPr lvl="7" algn="ctr">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8pPr>
            <a:lvl9pPr lvl="8" algn="ctr">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9pPr>
          </a:lstStyle>
          <a:p/>
        </p:txBody>
      </p:sp>
      <p:sp>
        <p:nvSpPr>
          <p:cNvPr id="363" name="Google Shape;363;p39"/>
          <p:cNvSpPr/>
          <p:nvPr>
            <p:ph idx="5" type="pic"/>
          </p:nvPr>
        </p:nvSpPr>
        <p:spPr>
          <a:xfrm>
            <a:off x="687700" y="1295719"/>
            <a:ext cx="1355400" cy="1373100"/>
          </a:xfrm>
          <a:prstGeom prst="ellipse">
            <a:avLst/>
          </a:prstGeom>
          <a:noFill/>
          <a:ln>
            <a:noFill/>
          </a:ln>
        </p:spPr>
      </p:sp>
      <p:sp>
        <p:nvSpPr>
          <p:cNvPr id="364" name="Google Shape;364;p39"/>
          <p:cNvSpPr txBox="1"/>
          <p:nvPr>
            <p:ph idx="6" type="title"/>
          </p:nvPr>
        </p:nvSpPr>
        <p:spPr>
          <a:xfrm>
            <a:off x="6778800" y="2940138"/>
            <a:ext cx="1994100" cy="579900"/>
          </a:xfrm>
          <a:prstGeom prst="rect">
            <a:avLst/>
          </a:prstGeom>
        </p:spPr>
        <p:txBody>
          <a:bodyPr anchorCtr="0" anchor="t" bIns="91425" lIns="137150" spcFirstLastPara="1" rIns="137150" wrap="square" tIns="91425">
            <a:noAutofit/>
          </a:bodyPr>
          <a:lstStyle>
            <a:lvl1pPr lvl="0" algn="ctr">
              <a:spcBef>
                <a:spcPts val="0"/>
              </a:spcBef>
              <a:spcAft>
                <a:spcPts val="0"/>
              </a:spcAft>
              <a:buClr>
                <a:schemeClr val="dk1"/>
              </a:buClr>
              <a:buSzPts val="3000"/>
              <a:buFont typeface="Archivo SemiBold"/>
              <a:buNone/>
              <a:defRPr>
                <a:latin typeface="Archivo SemiBold"/>
                <a:ea typeface="Archivo SemiBold"/>
                <a:cs typeface="Archivo SemiBold"/>
                <a:sym typeface="Archivo SemiBold"/>
              </a:defRPr>
            </a:lvl1pPr>
            <a:lvl2pPr lvl="1"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2pPr>
            <a:lvl3pPr lvl="2"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3pPr>
            <a:lvl4pPr lvl="3"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4pPr>
            <a:lvl5pPr lvl="4"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5pPr>
            <a:lvl6pPr lvl="5"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6pPr>
            <a:lvl7pPr lvl="6"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7pPr>
            <a:lvl8pPr lvl="7"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8pPr>
            <a:lvl9pPr lvl="8"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9pPr>
          </a:lstStyle>
          <a:p/>
        </p:txBody>
      </p:sp>
      <p:sp>
        <p:nvSpPr>
          <p:cNvPr id="365" name="Google Shape;365;p39"/>
          <p:cNvSpPr txBox="1"/>
          <p:nvPr>
            <p:ph idx="7" type="subTitle"/>
          </p:nvPr>
        </p:nvSpPr>
        <p:spPr>
          <a:xfrm>
            <a:off x="6778800" y="3661040"/>
            <a:ext cx="1994100" cy="886800"/>
          </a:xfrm>
          <a:prstGeom prst="rect">
            <a:avLst/>
          </a:prstGeom>
        </p:spPr>
        <p:txBody>
          <a:bodyPr anchorCtr="0" anchor="t" bIns="91425" lIns="137150" spcFirstLastPara="1" rIns="137150" wrap="square" tIns="91425">
            <a:noAutofit/>
          </a:bodyPr>
          <a:lstStyle>
            <a:lvl1pPr lvl="0" algn="ctr">
              <a:spcBef>
                <a:spcPts val="0"/>
              </a:spcBef>
              <a:spcAft>
                <a:spcPts val="0"/>
              </a:spcAft>
              <a:buClr>
                <a:schemeClr val="dk1"/>
              </a:buClr>
              <a:buSzPts val="1000"/>
              <a:buFont typeface="Archivo Light"/>
              <a:buNone/>
              <a:defRPr sz="1000">
                <a:latin typeface="Archivo Light"/>
                <a:ea typeface="Archivo Light"/>
                <a:cs typeface="Archivo Light"/>
                <a:sym typeface="Archivo Light"/>
              </a:defRPr>
            </a:lvl1pPr>
            <a:lvl2pPr lvl="1" algn="ctr">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2pPr>
            <a:lvl3pPr lvl="2" algn="ctr">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3pPr>
            <a:lvl4pPr lvl="3" algn="ctr">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4pPr>
            <a:lvl5pPr lvl="4" algn="ctr">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5pPr>
            <a:lvl6pPr lvl="5" algn="ctr">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6pPr>
            <a:lvl7pPr lvl="6" algn="ctr">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7pPr>
            <a:lvl8pPr lvl="7" algn="ctr">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8pPr>
            <a:lvl9pPr lvl="8" algn="ctr">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9pPr>
          </a:lstStyle>
          <a:p/>
        </p:txBody>
      </p:sp>
      <p:sp>
        <p:nvSpPr>
          <p:cNvPr id="366" name="Google Shape;366;p39"/>
          <p:cNvSpPr/>
          <p:nvPr>
            <p:ph idx="8" type="pic"/>
          </p:nvPr>
        </p:nvSpPr>
        <p:spPr>
          <a:xfrm>
            <a:off x="7098150" y="1295719"/>
            <a:ext cx="1355400" cy="1373100"/>
          </a:xfrm>
          <a:prstGeom prst="ellipse">
            <a:avLst/>
          </a:prstGeom>
          <a:noFill/>
          <a:ln>
            <a:noFill/>
          </a:ln>
        </p:spPr>
      </p:sp>
      <p:sp>
        <p:nvSpPr>
          <p:cNvPr id="367" name="Google Shape;367;p39"/>
          <p:cNvSpPr txBox="1"/>
          <p:nvPr>
            <p:ph idx="9" type="title"/>
          </p:nvPr>
        </p:nvSpPr>
        <p:spPr>
          <a:xfrm>
            <a:off x="4650558" y="2940138"/>
            <a:ext cx="1994100" cy="579900"/>
          </a:xfrm>
          <a:prstGeom prst="rect">
            <a:avLst/>
          </a:prstGeom>
        </p:spPr>
        <p:txBody>
          <a:bodyPr anchorCtr="0" anchor="t" bIns="91425" lIns="137150" spcFirstLastPara="1" rIns="137150" wrap="square" tIns="91425">
            <a:noAutofit/>
          </a:bodyPr>
          <a:lstStyle>
            <a:lvl1pPr lvl="0" algn="ctr">
              <a:spcBef>
                <a:spcPts val="0"/>
              </a:spcBef>
              <a:spcAft>
                <a:spcPts val="0"/>
              </a:spcAft>
              <a:buClr>
                <a:schemeClr val="dk1"/>
              </a:buClr>
              <a:buSzPts val="3000"/>
              <a:buFont typeface="Archivo SemiBold"/>
              <a:buNone/>
              <a:defRPr>
                <a:latin typeface="Archivo SemiBold"/>
                <a:ea typeface="Archivo SemiBold"/>
                <a:cs typeface="Archivo SemiBold"/>
                <a:sym typeface="Archivo SemiBold"/>
              </a:defRPr>
            </a:lvl1pPr>
            <a:lvl2pPr lvl="1"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2pPr>
            <a:lvl3pPr lvl="2"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3pPr>
            <a:lvl4pPr lvl="3"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4pPr>
            <a:lvl5pPr lvl="4"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5pPr>
            <a:lvl6pPr lvl="5"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6pPr>
            <a:lvl7pPr lvl="6"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7pPr>
            <a:lvl8pPr lvl="7"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8pPr>
            <a:lvl9pPr lvl="8"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9pPr>
          </a:lstStyle>
          <a:p/>
        </p:txBody>
      </p:sp>
      <p:sp>
        <p:nvSpPr>
          <p:cNvPr id="368" name="Google Shape;368;p39"/>
          <p:cNvSpPr txBox="1"/>
          <p:nvPr>
            <p:ph idx="13" type="subTitle"/>
          </p:nvPr>
        </p:nvSpPr>
        <p:spPr>
          <a:xfrm>
            <a:off x="4650558" y="3661040"/>
            <a:ext cx="1994100" cy="886800"/>
          </a:xfrm>
          <a:prstGeom prst="rect">
            <a:avLst/>
          </a:prstGeom>
        </p:spPr>
        <p:txBody>
          <a:bodyPr anchorCtr="0" anchor="t" bIns="91425" lIns="137150" spcFirstLastPara="1" rIns="137150" wrap="square" tIns="91425">
            <a:noAutofit/>
          </a:bodyPr>
          <a:lstStyle>
            <a:lvl1pPr lvl="0" algn="ctr">
              <a:spcBef>
                <a:spcPts val="0"/>
              </a:spcBef>
              <a:spcAft>
                <a:spcPts val="0"/>
              </a:spcAft>
              <a:buClr>
                <a:schemeClr val="dk1"/>
              </a:buClr>
              <a:buSzPts val="1000"/>
              <a:buFont typeface="Archivo Light"/>
              <a:buNone/>
              <a:defRPr sz="1000">
                <a:latin typeface="Archivo Light"/>
                <a:ea typeface="Archivo Light"/>
                <a:cs typeface="Archivo Light"/>
                <a:sym typeface="Archivo Light"/>
              </a:defRPr>
            </a:lvl1pPr>
            <a:lvl2pPr lvl="1" algn="ctr">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2pPr>
            <a:lvl3pPr lvl="2" algn="ctr">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3pPr>
            <a:lvl4pPr lvl="3" algn="ctr">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4pPr>
            <a:lvl5pPr lvl="4" algn="ctr">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5pPr>
            <a:lvl6pPr lvl="5" algn="ctr">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6pPr>
            <a:lvl7pPr lvl="6" algn="ctr">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7pPr>
            <a:lvl8pPr lvl="7" algn="ctr">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8pPr>
            <a:lvl9pPr lvl="8" algn="ctr">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9pPr>
          </a:lstStyle>
          <a:p/>
        </p:txBody>
      </p:sp>
      <p:sp>
        <p:nvSpPr>
          <p:cNvPr id="369" name="Google Shape;369;p39"/>
          <p:cNvSpPr/>
          <p:nvPr>
            <p:ph idx="14" type="pic"/>
          </p:nvPr>
        </p:nvSpPr>
        <p:spPr>
          <a:xfrm>
            <a:off x="4969667" y="1295719"/>
            <a:ext cx="1355400" cy="1373100"/>
          </a:xfrm>
          <a:prstGeom prst="ellipse">
            <a:avLst/>
          </a:prstGeom>
          <a:noFill/>
          <a:ln>
            <a:noFill/>
          </a:ln>
        </p:spPr>
      </p:sp>
      <p:sp>
        <p:nvSpPr>
          <p:cNvPr id="370" name="Google Shape;370;p39"/>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Archivo"/>
                <a:ea typeface="Archivo"/>
                <a:cs typeface="Archivo"/>
                <a:sym typeface="Archivo"/>
              </a:defRPr>
            </a:lvl1pPr>
            <a:lvl2pPr lvl="1" algn="r">
              <a:buNone/>
              <a:defRPr sz="700">
                <a:solidFill>
                  <a:schemeClr val="dk1"/>
                </a:solidFill>
                <a:latin typeface="Archivo"/>
                <a:ea typeface="Archivo"/>
                <a:cs typeface="Archivo"/>
                <a:sym typeface="Archivo"/>
              </a:defRPr>
            </a:lvl2pPr>
            <a:lvl3pPr lvl="2" algn="r">
              <a:buNone/>
              <a:defRPr sz="700">
                <a:solidFill>
                  <a:schemeClr val="dk1"/>
                </a:solidFill>
                <a:latin typeface="Archivo"/>
                <a:ea typeface="Archivo"/>
                <a:cs typeface="Archivo"/>
                <a:sym typeface="Archivo"/>
              </a:defRPr>
            </a:lvl3pPr>
            <a:lvl4pPr lvl="3" algn="r">
              <a:buNone/>
              <a:defRPr sz="700">
                <a:solidFill>
                  <a:schemeClr val="dk1"/>
                </a:solidFill>
                <a:latin typeface="Archivo"/>
                <a:ea typeface="Archivo"/>
                <a:cs typeface="Archivo"/>
                <a:sym typeface="Archivo"/>
              </a:defRPr>
            </a:lvl4pPr>
            <a:lvl5pPr lvl="4" algn="r">
              <a:buNone/>
              <a:defRPr sz="700">
                <a:solidFill>
                  <a:schemeClr val="dk1"/>
                </a:solidFill>
                <a:latin typeface="Archivo"/>
                <a:ea typeface="Archivo"/>
                <a:cs typeface="Archivo"/>
                <a:sym typeface="Archivo"/>
              </a:defRPr>
            </a:lvl5pPr>
            <a:lvl6pPr lvl="5" algn="r">
              <a:buNone/>
              <a:defRPr sz="700">
                <a:solidFill>
                  <a:schemeClr val="dk1"/>
                </a:solidFill>
                <a:latin typeface="Archivo"/>
                <a:ea typeface="Archivo"/>
                <a:cs typeface="Archivo"/>
                <a:sym typeface="Archivo"/>
              </a:defRPr>
            </a:lvl6pPr>
            <a:lvl7pPr lvl="6" algn="r">
              <a:buNone/>
              <a:defRPr sz="700">
                <a:solidFill>
                  <a:schemeClr val="dk1"/>
                </a:solidFill>
                <a:latin typeface="Archivo"/>
                <a:ea typeface="Archivo"/>
                <a:cs typeface="Archivo"/>
                <a:sym typeface="Archivo"/>
              </a:defRPr>
            </a:lvl7pPr>
            <a:lvl8pPr lvl="7" algn="r">
              <a:buNone/>
              <a:defRPr sz="700">
                <a:solidFill>
                  <a:schemeClr val="dk1"/>
                </a:solidFill>
                <a:latin typeface="Archivo"/>
                <a:ea typeface="Archivo"/>
                <a:cs typeface="Archivo"/>
                <a:sym typeface="Archivo"/>
              </a:defRPr>
            </a:lvl8pPr>
            <a:lvl9pPr lvl="8" algn="r">
              <a:buNone/>
              <a:defRPr sz="700">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
        <p:nvSpPr>
          <p:cNvPr id="371" name="Google Shape;371;p39"/>
          <p:cNvSpPr txBox="1"/>
          <p:nvPr>
            <p:ph idx="15"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Archivo"/>
              <a:buNone/>
              <a:defRPr sz="7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
        <p:nvSpPr>
          <p:cNvPr id="372" name="Google Shape;372;p39"/>
          <p:cNvSpPr txBox="1"/>
          <p:nvPr>
            <p:ph idx="16" type="subTitle"/>
          </p:nvPr>
        </p:nvSpPr>
        <p:spPr>
          <a:xfrm>
            <a:off x="361975" y="539900"/>
            <a:ext cx="8367600" cy="31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2000"/>
              <a:buFont typeface="Archivo"/>
              <a:buNone/>
              <a:defRPr sz="20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 Alt 2">
  <p:cSld name="CUSTOM_6">
    <p:bg>
      <p:bgPr>
        <a:solidFill>
          <a:schemeClr val="dk1"/>
        </a:solidFill>
      </p:bgPr>
    </p:bg>
    <p:spTree>
      <p:nvGrpSpPr>
        <p:cNvPr id="373" name="Shape 373"/>
        <p:cNvGrpSpPr/>
        <p:nvPr/>
      </p:nvGrpSpPr>
      <p:grpSpPr>
        <a:xfrm>
          <a:off x="0" y="0"/>
          <a:ext cx="0" cy="0"/>
          <a:chOff x="0" y="0"/>
          <a:chExt cx="0" cy="0"/>
        </a:xfrm>
      </p:grpSpPr>
      <p:pic>
        <p:nvPicPr>
          <p:cNvPr id="374" name="Google Shape;374;p40"/>
          <p:cNvPicPr preferRelativeResize="0"/>
          <p:nvPr/>
        </p:nvPicPr>
        <p:blipFill>
          <a:blip r:embed="rId2">
            <a:alphaModFix/>
          </a:blip>
          <a:stretch>
            <a:fillRect/>
          </a:stretch>
        </p:blipFill>
        <p:spPr>
          <a:xfrm>
            <a:off x="0" y="0"/>
            <a:ext cx="9144000" cy="5143500"/>
          </a:xfrm>
          <a:prstGeom prst="rect">
            <a:avLst/>
          </a:prstGeom>
          <a:noFill/>
          <a:ln>
            <a:noFill/>
          </a:ln>
        </p:spPr>
      </p:pic>
      <p:sp>
        <p:nvSpPr>
          <p:cNvPr id="375" name="Google Shape;375;p40"/>
          <p:cNvSpPr/>
          <p:nvPr>
            <p:ph idx="2" type="pic"/>
          </p:nvPr>
        </p:nvSpPr>
        <p:spPr>
          <a:xfrm>
            <a:off x="361975" y="2991074"/>
            <a:ext cx="1994400" cy="1147500"/>
          </a:xfrm>
          <a:prstGeom prst="roundRect">
            <a:avLst>
              <a:gd fmla="val 7060" name="adj"/>
            </a:avLst>
          </a:prstGeom>
          <a:noFill/>
          <a:ln>
            <a:noFill/>
          </a:ln>
        </p:spPr>
      </p:sp>
      <p:sp>
        <p:nvSpPr>
          <p:cNvPr id="376" name="Google Shape;376;p40"/>
          <p:cNvSpPr/>
          <p:nvPr>
            <p:ph idx="3" type="pic"/>
          </p:nvPr>
        </p:nvSpPr>
        <p:spPr>
          <a:xfrm>
            <a:off x="361975" y="1066100"/>
            <a:ext cx="1994400" cy="1209600"/>
          </a:xfrm>
          <a:prstGeom prst="roundRect">
            <a:avLst>
              <a:gd fmla="val 7060" name="adj"/>
            </a:avLst>
          </a:prstGeom>
          <a:noFill/>
          <a:ln>
            <a:noFill/>
          </a:ln>
        </p:spPr>
      </p:sp>
      <p:sp>
        <p:nvSpPr>
          <p:cNvPr id="377" name="Google Shape;377;p40"/>
          <p:cNvSpPr txBox="1"/>
          <p:nvPr>
            <p:ph type="title"/>
          </p:nvPr>
        </p:nvSpPr>
        <p:spPr>
          <a:xfrm>
            <a:off x="361975" y="4268750"/>
            <a:ext cx="1994400" cy="511200"/>
          </a:xfrm>
          <a:prstGeom prst="rect">
            <a:avLst/>
          </a:prstGeom>
        </p:spPr>
        <p:txBody>
          <a:bodyPr anchorCtr="0" anchor="t" bIns="91425" lIns="91425" spcFirstLastPara="1" rIns="91425" wrap="square" tIns="0">
            <a:noAutofit/>
          </a:bodyPr>
          <a:lstStyle>
            <a:lvl1pPr lvl="0" algn="ctr">
              <a:spcBef>
                <a:spcPts val="0"/>
              </a:spcBef>
              <a:spcAft>
                <a:spcPts val="0"/>
              </a:spcAft>
              <a:buClr>
                <a:schemeClr val="dk1"/>
              </a:buClr>
              <a:buSzPts val="3000"/>
              <a:buFont typeface="Archivo SemiBold"/>
              <a:buNone/>
              <a:defRPr>
                <a:latin typeface="Archivo SemiBold"/>
                <a:ea typeface="Archivo SemiBold"/>
                <a:cs typeface="Archivo SemiBold"/>
                <a:sym typeface="Archivo SemiBold"/>
              </a:defRPr>
            </a:lvl1pPr>
            <a:lvl2pPr lvl="1"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2pPr>
            <a:lvl3pPr lvl="2"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3pPr>
            <a:lvl4pPr lvl="3"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4pPr>
            <a:lvl5pPr lvl="4"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5pPr>
            <a:lvl6pPr lvl="5"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6pPr>
            <a:lvl7pPr lvl="6"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7pPr>
            <a:lvl8pPr lvl="7"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8pPr>
            <a:lvl9pPr lvl="8"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9pPr>
          </a:lstStyle>
          <a:p/>
        </p:txBody>
      </p:sp>
      <p:sp>
        <p:nvSpPr>
          <p:cNvPr id="378" name="Google Shape;378;p40"/>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Archivo"/>
                <a:ea typeface="Archivo"/>
                <a:cs typeface="Archivo"/>
                <a:sym typeface="Archivo"/>
              </a:defRPr>
            </a:lvl1pPr>
            <a:lvl2pPr lvl="1" algn="r">
              <a:buNone/>
              <a:defRPr sz="700">
                <a:solidFill>
                  <a:schemeClr val="dk1"/>
                </a:solidFill>
                <a:latin typeface="Archivo"/>
                <a:ea typeface="Archivo"/>
                <a:cs typeface="Archivo"/>
                <a:sym typeface="Archivo"/>
              </a:defRPr>
            </a:lvl2pPr>
            <a:lvl3pPr lvl="2" algn="r">
              <a:buNone/>
              <a:defRPr sz="700">
                <a:solidFill>
                  <a:schemeClr val="dk1"/>
                </a:solidFill>
                <a:latin typeface="Archivo"/>
                <a:ea typeface="Archivo"/>
                <a:cs typeface="Archivo"/>
                <a:sym typeface="Archivo"/>
              </a:defRPr>
            </a:lvl3pPr>
            <a:lvl4pPr lvl="3" algn="r">
              <a:buNone/>
              <a:defRPr sz="700">
                <a:solidFill>
                  <a:schemeClr val="dk1"/>
                </a:solidFill>
                <a:latin typeface="Archivo"/>
                <a:ea typeface="Archivo"/>
                <a:cs typeface="Archivo"/>
                <a:sym typeface="Archivo"/>
              </a:defRPr>
            </a:lvl4pPr>
            <a:lvl5pPr lvl="4" algn="r">
              <a:buNone/>
              <a:defRPr sz="700">
                <a:solidFill>
                  <a:schemeClr val="dk1"/>
                </a:solidFill>
                <a:latin typeface="Archivo"/>
                <a:ea typeface="Archivo"/>
                <a:cs typeface="Archivo"/>
                <a:sym typeface="Archivo"/>
              </a:defRPr>
            </a:lvl5pPr>
            <a:lvl6pPr lvl="5" algn="r">
              <a:buNone/>
              <a:defRPr sz="700">
                <a:solidFill>
                  <a:schemeClr val="dk1"/>
                </a:solidFill>
                <a:latin typeface="Archivo"/>
                <a:ea typeface="Archivo"/>
                <a:cs typeface="Archivo"/>
                <a:sym typeface="Archivo"/>
              </a:defRPr>
            </a:lvl6pPr>
            <a:lvl7pPr lvl="6" algn="r">
              <a:buNone/>
              <a:defRPr sz="700">
                <a:solidFill>
                  <a:schemeClr val="dk1"/>
                </a:solidFill>
                <a:latin typeface="Archivo"/>
                <a:ea typeface="Archivo"/>
                <a:cs typeface="Archivo"/>
                <a:sym typeface="Archivo"/>
              </a:defRPr>
            </a:lvl7pPr>
            <a:lvl8pPr lvl="7" algn="r">
              <a:buNone/>
              <a:defRPr sz="700">
                <a:solidFill>
                  <a:schemeClr val="dk1"/>
                </a:solidFill>
                <a:latin typeface="Archivo"/>
                <a:ea typeface="Archivo"/>
                <a:cs typeface="Archivo"/>
                <a:sym typeface="Archivo"/>
              </a:defRPr>
            </a:lvl8pPr>
            <a:lvl9pPr lvl="8" algn="r">
              <a:buNone/>
              <a:defRPr sz="700">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
        <p:nvSpPr>
          <p:cNvPr id="379" name="Google Shape;379;p40"/>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Archivo"/>
              <a:buNone/>
              <a:defRPr sz="7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
        <p:nvSpPr>
          <p:cNvPr id="380" name="Google Shape;380;p40"/>
          <p:cNvSpPr txBox="1"/>
          <p:nvPr>
            <p:ph idx="4" type="title"/>
          </p:nvPr>
        </p:nvSpPr>
        <p:spPr>
          <a:xfrm>
            <a:off x="362125" y="2292638"/>
            <a:ext cx="1994100" cy="579900"/>
          </a:xfrm>
          <a:prstGeom prst="rect">
            <a:avLst/>
          </a:prstGeom>
        </p:spPr>
        <p:txBody>
          <a:bodyPr anchorCtr="0" anchor="ctr" bIns="91425" lIns="137150" spcFirstLastPara="1" rIns="137150" wrap="square" tIns="91425">
            <a:noAutofit/>
          </a:bodyPr>
          <a:lstStyle>
            <a:lvl1pPr lvl="0" algn="ctr">
              <a:spcBef>
                <a:spcPts val="0"/>
              </a:spcBef>
              <a:spcAft>
                <a:spcPts val="0"/>
              </a:spcAft>
              <a:buClr>
                <a:schemeClr val="dk1"/>
              </a:buClr>
              <a:buSzPts val="3000"/>
              <a:buFont typeface="Archivo SemiBold"/>
              <a:buNone/>
              <a:defRPr sz="1400">
                <a:latin typeface="Archivo SemiBold"/>
                <a:ea typeface="Archivo SemiBold"/>
                <a:cs typeface="Archivo SemiBold"/>
                <a:sym typeface="Archivo SemiBold"/>
              </a:defRPr>
            </a:lvl1pPr>
            <a:lvl2pPr lvl="1"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2pPr>
            <a:lvl3pPr lvl="2"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3pPr>
            <a:lvl4pPr lvl="3"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4pPr>
            <a:lvl5pPr lvl="4"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5pPr>
            <a:lvl6pPr lvl="5"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6pPr>
            <a:lvl7pPr lvl="6"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7pPr>
            <a:lvl8pPr lvl="7"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8pPr>
            <a:lvl9pPr lvl="8"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9pPr>
          </a:lstStyle>
          <a:p/>
        </p:txBody>
      </p:sp>
      <p:sp>
        <p:nvSpPr>
          <p:cNvPr id="381" name="Google Shape;381;p40"/>
          <p:cNvSpPr/>
          <p:nvPr>
            <p:ph idx="5" type="pic"/>
          </p:nvPr>
        </p:nvSpPr>
        <p:spPr>
          <a:xfrm>
            <a:off x="2499750" y="2991074"/>
            <a:ext cx="1994400" cy="1147500"/>
          </a:xfrm>
          <a:prstGeom prst="roundRect">
            <a:avLst>
              <a:gd fmla="val 7060" name="adj"/>
            </a:avLst>
          </a:prstGeom>
          <a:noFill/>
          <a:ln>
            <a:noFill/>
          </a:ln>
        </p:spPr>
      </p:sp>
      <p:sp>
        <p:nvSpPr>
          <p:cNvPr id="382" name="Google Shape;382;p40"/>
          <p:cNvSpPr/>
          <p:nvPr>
            <p:ph idx="6" type="pic"/>
          </p:nvPr>
        </p:nvSpPr>
        <p:spPr>
          <a:xfrm>
            <a:off x="2499750" y="1066100"/>
            <a:ext cx="1994400" cy="1209600"/>
          </a:xfrm>
          <a:prstGeom prst="roundRect">
            <a:avLst>
              <a:gd fmla="val 7060" name="adj"/>
            </a:avLst>
          </a:prstGeom>
          <a:noFill/>
          <a:ln>
            <a:noFill/>
          </a:ln>
        </p:spPr>
      </p:sp>
      <p:sp>
        <p:nvSpPr>
          <p:cNvPr id="383" name="Google Shape;383;p40"/>
          <p:cNvSpPr txBox="1"/>
          <p:nvPr>
            <p:ph idx="7" type="title"/>
          </p:nvPr>
        </p:nvSpPr>
        <p:spPr>
          <a:xfrm>
            <a:off x="2499750" y="4268750"/>
            <a:ext cx="1994400" cy="511200"/>
          </a:xfrm>
          <a:prstGeom prst="rect">
            <a:avLst/>
          </a:prstGeom>
        </p:spPr>
        <p:txBody>
          <a:bodyPr anchorCtr="0" anchor="t" bIns="91425" lIns="91425" spcFirstLastPara="1" rIns="91425" wrap="square" tIns="0">
            <a:noAutofit/>
          </a:bodyPr>
          <a:lstStyle>
            <a:lvl1pPr lvl="0" algn="ctr">
              <a:spcBef>
                <a:spcPts val="0"/>
              </a:spcBef>
              <a:spcAft>
                <a:spcPts val="0"/>
              </a:spcAft>
              <a:buClr>
                <a:schemeClr val="dk1"/>
              </a:buClr>
              <a:buSzPts val="3000"/>
              <a:buFont typeface="Archivo SemiBold"/>
              <a:buNone/>
              <a:defRPr>
                <a:latin typeface="Archivo SemiBold"/>
                <a:ea typeface="Archivo SemiBold"/>
                <a:cs typeface="Archivo SemiBold"/>
                <a:sym typeface="Archivo SemiBold"/>
              </a:defRPr>
            </a:lvl1pPr>
            <a:lvl2pPr lvl="1"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2pPr>
            <a:lvl3pPr lvl="2"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3pPr>
            <a:lvl4pPr lvl="3"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4pPr>
            <a:lvl5pPr lvl="4"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5pPr>
            <a:lvl6pPr lvl="5"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6pPr>
            <a:lvl7pPr lvl="6"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7pPr>
            <a:lvl8pPr lvl="7"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8pPr>
            <a:lvl9pPr lvl="8"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9pPr>
          </a:lstStyle>
          <a:p/>
        </p:txBody>
      </p:sp>
      <p:sp>
        <p:nvSpPr>
          <p:cNvPr id="384" name="Google Shape;384;p40"/>
          <p:cNvSpPr txBox="1"/>
          <p:nvPr>
            <p:ph idx="8" type="title"/>
          </p:nvPr>
        </p:nvSpPr>
        <p:spPr>
          <a:xfrm>
            <a:off x="2499900" y="2292638"/>
            <a:ext cx="1994100" cy="579900"/>
          </a:xfrm>
          <a:prstGeom prst="rect">
            <a:avLst/>
          </a:prstGeom>
        </p:spPr>
        <p:txBody>
          <a:bodyPr anchorCtr="0" anchor="t" bIns="91425" lIns="137150" spcFirstLastPara="1" rIns="137150" wrap="square" tIns="91425">
            <a:noAutofit/>
          </a:bodyPr>
          <a:lstStyle>
            <a:lvl1pPr lvl="0" algn="ctr">
              <a:spcBef>
                <a:spcPts val="0"/>
              </a:spcBef>
              <a:spcAft>
                <a:spcPts val="0"/>
              </a:spcAft>
              <a:buClr>
                <a:schemeClr val="dk1"/>
              </a:buClr>
              <a:buSzPts val="3000"/>
              <a:buFont typeface="Archivo SemiBold"/>
              <a:buNone/>
              <a:defRPr>
                <a:latin typeface="Archivo SemiBold"/>
                <a:ea typeface="Archivo SemiBold"/>
                <a:cs typeface="Archivo SemiBold"/>
                <a:sym typeface="Archivo SemiBold"/>
              </a:defRPr>
            </a:lvl1pPr>
            <a:lvl2pPr lvl="1"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2pPr>
            <a:lvl3pPr lvl="2"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3pPr>
            <a:lvl4pPr lvl="3"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4pPr>
            <a:lvl5pPr lvl="4"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5pPr>
            <a:lvl6pPr lvl="5"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6pPr>
            <a:lvl7pPr lvl="6"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7pPr>
            <a:lvl8pPr lvl="7"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8pPr>
            <a:lvl9pPr lvl="8"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9pPr>
          </a:lstStyle>
          <a:p/>
        </p:txBody>
      </p:sp>
      <p:sp>
        <p:nvSpPr>
          <p:cNvPr id="385" name="Google Shape;385;p40"/>
          <p:cNvSpPr/>
          <p:nvPr>
            <p:ph idx="9" type="pic"/>
          </p:nvPr>
        </p:nvSpPr>
        <p:spPr>
          <a:xfrm>
            <a:off x="4637525" y="2991074"/>
            <a:ext cx="1994400" cy="1147500"/>
          </a:xfrm>
          <a:prstGeom prst="roundRect">
            <a:avLst>
              <a:gd fmla="val 7060" name="adj"/>
            </a:avLst>
          </a:prstGeom>
          <a:noFill/>
          <a:ln>
            <a:noFill/>
          </a:ln>
        </p:spPr>
      </p:sp>
      <p:sp>
        <p:nvSpPr>
          <p:cNvPr id="386" name="Google Shape;386;p40"/>
          <p:cNvSpPr/>
          <p:nvPr>
            <p:ph idx="13" type="pic"/>
          </p:nvPr>
        </p:nvSpPr>
        <p:spPr>
          <a:xfrm>
            <a:off x="4637525" y="1066100"/>
            <a:ext cx="1994400" cy="1209600"/>
          </a:xfrm>
          <a:prstGeom prst="roundRect">
            <a:avLst>
              <a:gd fmla="val 7060" name="adj"/>
            </a:avLst>
          </a:prstGeom>
          <a:noFill/>
          <a:ln>
            <a:noFill/>
          </a:ln>
        </p:spPr>
      </p:sp>
      <p:sp>
        <p:nvSpPr>
          <p:cNvPr id="387" name="Google Shape;387;p40"/>
          <p:cNvSpPr txBox="1"/>
          <p:nvPr>
            <p:ph idx="14" type="title"/>
          </p:nvPr>
        </p:nvSpPr>
        <p:spPr>
          <a:xfrm>
            <a:off x="4637525" y="4268750"/>
            <a:ext cx="1994400" cy="511200"/>
          </a:xfrm>
          <a:prstGeom prst="rect">
            <a:avLst/>
          </a:prstGeom>
        </p:spPr>
        <p:txBody>
          <a:bodyPr anchorCtr="0" anchor="t" bIns="91425" lIns="91425" spcFirstLastPara="1" rIns="91425" wrap="square" tIns="0">
            <a:noAutofit/>
          </a:bodyPr>
          <a:lstStyle>
            <a:lvl1pPr lvl="0" algn="ctr">
              <a:spcBef>
                <a:spcPts val="0"/>
              </a:spcBef>
              <a:spcAft>
                <a:spcPts val="0"/>
              </a:spcAft>
              <a:buClr>
                <a:schemeClr val="dk1"/>
              </a:buClr>
              <a:buSzPts val="3000"/>
              <a:buFont typeface="Archivo SemiBold"/>
              <a:buNone/>
              <a:defRPr>
                <a:latin typeface="Archivo SemiBold"/>
                <a:ea typeface="Archivo SemiBold"/>
                <a:cs typeface="Archivo SemiBold"/>
                <a:sym typeface="Archivo SemiBold"/>
              </a:defRPr>
            </a:lvl1pPr>
            <a:lvl2pPr lvl="1"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2pPr>
            <a:lvl3pPr lvl="2"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3pPr>
            <a:lvl4pPr lvl="3"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4pPr>
            <a:lvl5pPr lvl="4"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5pPr>
            <a:lvl6pPr lvl="5"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6pPr>
            <a:lvl7pPr lvl="6"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7pPr>
            <a:lvl8pPr lvl="7"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8pPr>
            <a:lvl9pPr lvl="8"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9pPr>
          </a:lstStyle>
          <a:p/>
        </p:txBody>
      </p:sp>
      <p:sp>
        <p:nvSpPr>
          <p:cNvPr id="388" name="Google Shape;388;p40"/>
          <p:cNvSpPr txBox="1"/>
          <p:nvPr>
            <p:ph idx="15" type="title"/>
          </p:nvPr>
        </p:nvSpPr>
        <p:spPr>
          <a:xfrm>
            <a:off x="4637675" y="2292638"/>
            <a:ext cx="1994100" cy="579900"/>
          </a:xfrm>
          <a:prstGeom prst="rect">
            <a:avLst/>
          </a:prstGeom>
        </p:spPr>
        <p:txBody>
          <a:bodyPr anchorCtr="0" anchor="t" bIns="91425" lIns="137150" spcFirstLastPara="1" rIns="137150" wrap="square" tIns="91425">
            <a:noAutofit/>
          </a:bodyPr>
          <a:lstStyle>
            <a:lvl1pPr lvl="0" algn="ctr">
              <a:spcBef>
                <a:spcPts val="0"/>
              </a:spcBef>
              <a:spcAft>
                <a:spcPts val="0"/>
              </a:spcAft>
              <a:buClr>
                <a:schemeClr val="dk1"/>
              </a:buClr>
              <a:buSzPts val="3000"/>
              <a:buFont typeface="Archivo SemiBold"/>
              <a:buNone/>
              <a:defRPr>
                <a:latin typeface="Archivo SemiBold"/>
                <a:ea typeface="Archivo SemiBold"/>
                <a:cs typeface="Archivo SemiBold"/>
                <a:sym typeface="Archivo SemiBold"/>
              </a:defRPr>
            </a:lvl1pPr>
            <a:lvl2pPr lvl="1"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2pPr>
            <a:lvl3pPr lvl="2"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3pPr>
            <a:lvl4pPr lvl="3"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4pPr>
            <a:lvl5pPr lvl="4"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5pPr>
            <a:lvl6pPr lvl="5"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6pPr>
            <a:lvl7pPr lvl="6"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7pPr>
            <a:lvl8pPr lvl="7"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8pPr>
            <a:lvl9pPr lvl="8"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9pPr>
          </a:lstStyle>
          <a:p/>
        </p:txBody>
      </p:sp>
      <p:sp>
        <p:nvSpPr>
          <p:cNvPr id="389" name="Google Shape;389;p40"/>
          <p:cNvSpPr/>
          <p:nvPr>
            <p:ph idx="16" type="pic"/>
          </p:nvPr>
        </p:nvSpPr>
        <p:spPr>
          <a:xfrm>
            <a:off x="6775300" y="2991074"/>
            <a:ext cx="1994400" cy="1147500"/>
          </a:xfrm>
          <a:prstGeom prst="roundRect">
            <a:avLst>
              <a:gd fmla="val 7060" name="adj"/>
            </a:avLst>
          </a:prstGeom>
          <a:noFill/>
          <a:ln>
            <a:noFill/>
          </a:ln>
        </p:spPr>
      </p:sp>
      <p:sp>
        <p:nvSpPr>
          <p:cNvPr id="390" name="Google Shape;390;p40"/>
          <p:cNvSpPr/>
          <p:nvPr>
            <p:ph idx="17" type="pic"/>
          </p:nvPr>
        </p:nvSpPr>
        <p:spPr>
          <a:xfrm>
            <a:off x="6775300" y="1066100"/>
            <a:ext cx="1994400" cy="1209600"/>
          </a:xfrm>
          <a:prstGeom prst="roundRect">
            <a:avLst>
              <a:gd fmla="val 7060" name="adj"/>
            </a:avLst>
          </a:prstGeom>
          <a:noFill/>
          <a:ln>
            <a:noFill/>
          </a:ln>
        </p:spPr>
      </p:sp>
      <p:sp>
        <p:nvSpPr>
          <p:cNvPr id="391" name="Google Shape;391;p40"/>
          <p:cNvSpPr txBox="1"/>
          <p:nvPr>
            <p:ph idx="18" type="title"/>
          </p:nvPr>
        </p:nvSpPr>
        <p:spPr>
          <a:xfrm>
            <a:off x="6775300" y="4268750"/>
            <a:ext cx="1994400" cy="511200"/>
          </a:xfrm>
          <a:prstGeom prst="rect">
            <a:avLst/>
          </a:prstGeom>
        </p:spPr>
        <p:txBody>
          <a:bodyPr anchorCtr="0" anchor="t" bIns="91425" lIns="91425" spcFirstLastPara="1" rIns="91425" wrap="square" tIns="0">
            <a:noAutofit/>
          </a:bodyPr>
          <a:lstStyle>
            <a:lvl1pPr lvl="0" algn="ctr">
              <a:spcBef>
                <a:spcPts val="0"/>
              </a:spcBef>
              <a:spcAft>
                <a:spcPts val="0"/>
              </a:spcAft>
              <a:buClr>
                <a:schemeClr val="dk1"/>
              </a:buClr>
              <a:buSzPts val="3000"/>
              <a:buFont typeface="Archivo SemiBold"/>
              <a:buNone/>
              <a:defRPr>
                <a:latin typeface="Archivo SemiBold"/>
                <a:ea typeface="Archivo SemiBold"/>
                <a:cs typeface="Archivo SemiBold"/>
                <a:sym typeface="Archivo SemiBold"/>
              </a:defRPr>
            </a:lvl1pPr>
            <a:lvl2pPr lvl="1"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2pPr>
            <a:lvl3pPr lvl="2"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3pPr>
            <a:lvl4pPr lvl="3"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4pPr>
            <a:lvl5pPr lvl="4"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5pPr>
            <a:lvl6pPr lvl="5"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6pPr>
            <a:lvl7pPr lvl="6"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7pPr>
            <a:lvl8pPr lvl="7"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8pPr>
            <a:lvl9pPr lvl="8"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9pPr>
          </a:lstStyle>
          <a:p/>
        </p:txBody>
      </p:sp>
      <p:sp>
        <p:nvSpPr>
          <p:cNvPr id="392" name="Google Shape;392;p40"/>
          <p:cNvSpPr txBox="1"/>
          <p:nvPr>
            <p:ph idx="19" type="title"/>
          </p:nvPr>
        </p:nvSpPr>
        <p:spPr>
          <a:xfrm>
            <a:off x="6775450" y="2292638"/>
            <a:ext cx="1994100" cy="579900"/>
          </a:xfrm>
          <a:prstGeom prst="rect">
            <a:avLst/>
          </a:prstGeom>
        </p:spPr>
        <p:txBody>
          <a:bodyPr anchorCtr="0" anchor="t" bIns="91425" lIns="137150" spcFirstLastPara="1" rIns="137150" wrap="square" tIns="91425">
            <a:noAutofit/>
          </a:bodyPr>
          <a:lstStyle>
            <a:lvl1pPr lvl="0" algn="ctr">
              <a:spcBef>
                <a:spcPts val="0"/>
              </a:spcBef>
              <a:spcAft>
                <a:spcPts val="0"/>
              </a:spcAft>
              <a:buClr>
                <a:schemeClr val="dk1"/>
              </a:buClr>
              <a:buSzPts val="3000"/>
              <a:buFont typeface="Archivo SemiBold"/>
              <a:buNone/>
              <a:defRPr>
                <a:latin typeface="Archivo SemiBold"/>
                <a:ea typeface="Archivo SemiBold"/>
                <a:cs typeface="Archivo SemiBold"/>
                <a:sym typeface="Archivo SemiBold"/>
              </a:defRPr>
            </a:lvl1pPr>
            <a:lvl2pPr lvl="1"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2pPr>
            <a:lvl3pPr lvl="2"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3pPr>
            <a:lvl4pPr lvl="3"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4pPr>
            <a:lvl5pPr lvl="4"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5pPr>
            <a:lvl6pPr lvl="5"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6pPr>
            <a:lvl7pPr lvl="6"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7pPr>
            <a:lvl8pPr lvl="7"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8pPr>
            <a:lvl9pPr lvl="8"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9pPr>
          </a:lstStyle>
          <a:p/>
        </p:txBody>
      </p:sp>
      <p:sp>
        <p:nvSpPr>
          <p:cNvPr id="393" name="Google Shape;393;p40"/>
          <p:cNvSpPr txBox="1"/>
          <p:nvPr>
            <p:ph idx="20" type="subTitle"/>
          </p:nvPr>
        </p:nvSpPr>
        <p:spPr>
          <a:xfrm>
            <a:off x="361975" y="539900"/>
            <a:ext cx="8367600" cy="31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2000"/>
              <a:buFont typeface="Archivo"/>
              <a:buNone/>
              <a:defRPr sz="20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94" name="Shape 394"/>
        <p:cNvGrpSpPr/>
        <p:nvPr/>
      </p:nvGrpSpPr>
      <p:grpSpPr>
        <a:xfrm>
          <a:off x="0" y="0"/>
          <a:ext cx="0" cy="0"/>
          <a:chOff x="0" y="0"/>
          <a:chExt cx="0" cy="0"/>
        </a:xfrm>
      </p:grpSpPr>
      <p:sp>
        <p:nvSpPr>
          <p:cNvPr id="395" name="Google Shape;395;p41"/>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96" name="Google Shape;396;p41"/>
          <p:cNvSpPr txBox="1"/>
          <p:nvPr>
            <p:ph idx="1" type="subTitle"/>
          </p:nvPr>
        </p:nvSpPr>
        <p:spPr>
          <a:xfrm>
            <a:off x="311700" y="2834125"/>
            <a:ext cx="8520600" cy="792600"/>
          </a:xfrm>
          <a:prstGeom prst="rect">
            <a:avLst/>
          </a:prstGeom>
        </p:spPr>
        <p:txBody>
          <a:bodyPr anchorCtr="0" anchor="t" bIns="91425" lIns="0"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97" name="Shape 397"/>
        <p:cNvGrpSpPr/>
        <p:nvPr/>
      </p:nvGrpSpPr>
      <p:grpSpPr>
        <a:xfrm>
          <a:off x="0" y="0"/>
          <a:ext cx="0" cy="0"/>
          <a:chOff x="0" y="0"/>
          <a:chExt cx="0" cy="0"/>
        </a:xfrm>
      </p:grpSpPr>
      <p:sp>
        <p:nvSpPr>
          <p:cNvPr id="398" name="Google Shape;398;p42"/>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99" name="Shape 399"/>
        <p:cNvGrpSpPr/>
        <p:nvPr/>
      </p:nvGrpSpPr>
      <p:grpSpPr>
        <a:xfrm>
          <a:off x="0" y="0"/>
          <a:ext cx="0" cy="0"/>
          <a:chOff x="0" y="0"/>
          <a:chExt cx="0" cy="0"/>
        </a:xfrm>
      </p:grpSpPr>
      <p:sp>
        <p:nvSpPr>
          <p:cNvPr id="400" name="Google Shape;400;p4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1" name="Google Shape;401;p4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402" name="Shape 402"/>
        <p:cNvGrpSpPr/>
        <p:nvPr/>
      </p:nvGrpSpPr>
      <p:grpSpPr>
        <a:xfrm>
          <a:off x="0" y="0"/>
          <a:ext cx="0" cy="0"/>
          <a:chOff x="0" y="0"/>
          <a:chExt cx="0" cy="0"/>
        </a:xfrm>
      </p:grpSpPr>
      <p:sp>
        <p:nvSpPr>
          <p:cNvPr id="403" name="Google Shape;403;p4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4" name="Google Shape;404;p44"/>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05" name="Google Shape;405;p44"/>
          <p:cNvSpPr txBox="1"/>
          <p:nvPr>
            <p:ph idx="2" type="body"/>
          </p:nvPr>
        </p:nvSpPr>
        <p:spPr>
          <a:xfrm>
            <a:off x="4832400" y="1152475"/>
            <a:ext cx="3999900" cy="3416400"/>
          </a:xfrm>
          <a:prstGeom prst="rect">
            <a:avLst/>
          </a:prstGeom>
        </p:spPr>
        <p:txBody>
          <a:bodyPr anchorCtr="0" anchor="t" bIns="91425" lIns="0"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406" name="Shape 406"/>
        <p:cNvGrpSpPr/>
        <p:nvPr/>
      </p:nvGrpSpPr>
      <p:grpSpPr>
        <a:xfrm>
          <a:off x="0" y="0"/>
          <a:ext cx="0" cy="0"/>
          <a:chOff x="0" y="0"/>
          <a:chExt cx="0" cy="0"/>
        </a:xfrm>
      </p:grpSpPr>
      <p:sp>
        <p:nvSpPr>
          <p:cNvPr id="407" name="Google Shape;407;p4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408" name="Shape 408"/>
        <p:cNvGrpSpPr/>
        <p:nvPr/>
      </p:nvGrpSpPr>
      <p:grpSpPr>
        <a:xfrm>
          <a:off x="0" y="0"/>
          <a:ext cx="0" cy="0"/>
          <a:chOff x="0" y="0"/>
          <a:chExt cx="0" cy="0"/>
        </a:xfrm>
      </p:grpSpPr>
      <p:sp>
        <p:nvSpPr>
          <p:cNvPr id="409" name="Google Shape;409;p46"/>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10" name="Google Shape;410;p46"/>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411" name="Shape 411"/>
        <p:cNvGrpSpPr/>
        <p:nvPr/>
      </p:nvGrpSpPr>
      <p:grpSpPr>
        <a:xfrm>
          <a:off x="0" y="0"/>
          <a:ext cx="0" cy="0"/>
          <a:chOff x="0" y="0"/>
          <a:chExt cx="0" cy="0"/>
        </a:xfrm>
      </p:grpSpPr>
      <p:sp>
        <p:nvSpPr>
          <p:cNvPr id="412" name="Google Shape;412;p47"/>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413" name="Shape 413"/>
        <p:cNvGrpSpPr/>
        <p:nvPr/>
      </p:nvGrpSpPr>
      <p:grpSpPr>
        <a:xfrm>
          <a:off x="0" y="0"/>
          <a:ext cx="0" cy="0"/>
          <a:chOff x="0" y="0"/>
          <a:chExt cx="0" cy="0"/>
        </a:xfrm>
      </p:grpSpPr>
      <p:sp>
        <p:nvSpPr>
          <p:cNvPr id="414" name="Google Shape;414;p48"/>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15" name="Google Shape;415;p48"/>
          <p:cNvSpPr txBox="1"/>
          <p:nvPr>
            <p:ph idx="1" type="subTitle"/>
          </p:nvPr>
        </p:nvSpPr>
        <p:spPr>
          <a:xfrm>
            <a:off x="265500" y="2803075"/>
            <a:ext cx="4045200" cy="1235100"/>
          </a:xfrm>
          <a:prstGeom prst="rect">
            <a:avLst/>
          </a:prstGeom>
        </p:spPr>
        <p:txBody>
          <a:bodyPr anchorCtr="0" anchor="t" bIns="91425" lIns="0"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416" name="Google Shape;416;p48"/>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417" name="Shape 417"/>
        <p:cNvGrpSpPr/>
        <p:nvPr/>
      </p:nvGrpSpPr>
      <p:grpSpPr>
        <a:xfrm>
          <a:off x="0" y="0"/>
          <a:ext cx="0" cy="0"/>
          <a:chOff x="0" y="0"/>
          <a:chExt cx="0" cy="0"/>
        </a:xfrm>
      </p:grpSpPr>
      <p:sp>
        <p:nvSpPr>
          <p:cNvPr id="418" name="Google Shape;418;p49"/>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419" name="Shape 419"/>
        <p:cNvGrpSpPr/>
        <p:nvPr/>
      </p:nvGrpSpPr>
      <p:grpSpPr>
        <a:xfrm>
          <a:off x="0" y="0"/>
          <a:ext cx="0" cy="0"/>
          <a:chOff x="0" y="0"/>
          <a:chExt cx="0" cy="0"/>
        </a:xfrm>
      </p:grpSpPr>
      <p:sp>
        <p:nvSpPr>
          <p:cNvPr id="420" name="Google Shape;420;p50"/>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21" name="Google Shape;421;p50"/>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422" name="Shape 422"/>
        <p:cNvGrpSpPr/>
        <p:nvPr/>
      </p:nvGrpSpPr>
      <p:grpSpPr>
        <a:xfrm>
          <a:off x="0" y="0"/>
          <a:ext cx="0" cy="0"/>
          <a:chOff x="0" y="0"/>
          <a:chExt cx="0" cy="0"/>
        </a:xfrm>
      </p:grpSpPr>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423" name="Shape 423"/>
        <p:cNvGrpSpPr/>
        <p:nvPr/>
      </p:nvGrpSpPr>
      <p:grpSpPr>
        <a:xfrm>
          <a:off x="0" y="0"/>
          <a:ext cx="0" cy="0"/>
          <a:chOff x="0" y="0"/>
          <a:chExt cx="0" cy="0"/>
        </a:xfrm>
      </p:grpSpPr>
      <p:sp>
        <p:nvSpPr>
          <p:cNvPr id="424" name="Google Shape;424;p52"/>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5" name="Google Shape;425;p52"/>
          <p:cNvSpPr txBox="1"/>
          <p:nvPr>
            <p:ph idx="1" type="subTitle"/>
          </p:nvPr>
        </p:nvSpPr>
        <p:spPr>
          <a:xfrm>
            <a:off x="4406650" y="393750"/>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26" name="Google Shape;426;p52"/>
          <p:cNvSpPr txBox="1"/>
          <p:nvPr>
            <p:ph idx="2" type="subTitle"/>
          </p:nvPr>
        </p:nvSpPr>
        <p:spPr>
          <a:xfrm>
            <a:off x="4406650" y="1151705"/>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27" name="Google Shape;427;p52"/>
          <p:cNvSpPr txBox="1"/>
          <p:nvPr>
            <p:ph idx="3" type="subTitle"/>
          </p:nvPr>
        </p:nvSpPr>
        <p:spPr>
          <a:xfrm>
            <a:off x="4406650" y="3425570"/>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28" name="Google Shape;428;p52"/>
          <p:cNvSpPr txBox="1"/>
          <p:nvPr>
            <p:ph idx="4" type="subTitle"/>
          </p:nvPr>
        </p:nvSpPr>
        <p:spPr>
          <a:xfrm>
            <a:off x="4406650" y="1909660"/>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29" name="Google Shape;429;p52"/>
          <p:cNvSpPr txBox="1"/>
          <p:nvPr>
            <p:ph idx="5" type="subTitle"/>
          </p:nvPr>
        </p:nvSpPr>
        <p:spPr>
          <a:xfrm>
            <a:off x="4406650" y="4183525"/>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30" name="Google Shape;430;p52"/>
          <p:cNvSpPr txBox="1"/>
          <p:nvPr>
            <p:ph idx="6" type="subTitle"/>
          </p:nvPr>
        </p:nvSpPr>
        <p:spPr>
          <a:xfrm>
            <a:off x="4406650" y="2667615"/>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431" name="Shape 431"/>
        <p:cNvGrpSpPr/>
        <p:nvPr/>
      </p:nvGrpSpPr>
      <p:grpSpPr>
        <a:xfrm>
          <a:off x="0" y="0"/>
          <a:ext cx="0" cy="0"/>
          <a:chOff x="0" y="0"/>
          <a:chExt cx="0" cy="0"/>
        </a:xfrm>
      </p:grpSpPr>
      <p:sp>
        <p:nvSpPr>
          <p:cNvPr id="432" name="Google Shape;432;p5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3" name="Google Shape;433;p53"/>
          <p:cNvSpPr txBox="1"/>
          <p:nvPr>
            <p:ph idx="1" type="body"/>
          </p:nvPr>
        </p:nvSpPr>
        <p:spPr>
          <a:xfrm>
            <a:off x="311700" y="1152475"/>
            <a:ext cx="4473900" cy="3416400"/>
          </a:xfrm>
          <a:prstGeom prst="rect">
            <a:avLst/>
          </a:prstGeom>
        </p:spPr>
        <p:txBody>
          <a:bodyPr anchorCtr="0" anchor="t" bIns="91425" lIns="0"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34" name="Google Shape;434;p53"/>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435" name="Shape 435"/>
        <p:cNvGrpSpPr/>
        <p:nvPr/>
      </p:nvGrpSpPr>
      <p:grpSpPr>
        <a:xfrm>
          <a:off x="0" y="0"/>
          <a:ext cx="0" cy="0"/>
          <a:chOff x="0" y="0"/>
          <a:chExt cx="0" cy="0"/>
        </a:xfrm>
      </p:grpSpPr>
      <p:sp>
        <p:nvSpPr>
          <p:cNvPr id="436" name="Google Shape;436;p54"/>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37" name="Google Shape;437;p54"/>
          <p:cNvSpPr txBox="1"/>
          <p:nvPr>
            <p:ph idx="1" type="body"/>
          </p:nvPr>
        </p:nvSpPr>
        <p:spPr>
          <a:xfrm>
            <a:off x="483150" y="2237788"/>
            <a:ext cx="3619800" cy="2373600"/>
          </a:xfrm>
          <a:prstGeom prst="rect">
            <a:avLst/>
          </a:prstGeom>
        </p:spPr>
        <p:txBody>
          <a:bodyPr anchorCtr="0" anchor="t" bIns="91425" lIns="0"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38" name="Google Shape;438;p54"/>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39" name="Google Shape;439;p54"/>
          <p:cNvSpPr txBox="1"/>
          <p:nvPr>
            <p:ph idx="3" type="subTitle"/>
          </p:nvPr>
        </p:nvSpPr>
        <p:spPr>
          <a:xfrm>
            <a:off x="483150" y="1336161"/>
            <a:ext cx="36198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0" name="Google Shape;440;p54"/>
          <p:cNvSpPr txBox="1"/>
          <p:nvPr>
            <p:ph idx="4" type="subTitle"/>
          </p:nvPr>
        </p:nvSpPr>
        <p:spPr>
          <a:xfrm>
            <a:off x="5048000" y="1336161"/>
            <a:ext cx="36198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441" name="Shape 441"/>
        <p:cNvGrpSpPr/>
        <p:nvPr/>
      </p:nvGrpSpPr>
      <p:grpSpPr>
        <a:xfrm>
          <a:off x="0" y="0"/>
          <a:ext cx="0" cy="0"/>
          <a:chOff x="0" y="0"/>
          <a:chExt cx="0" cy="0"/>
        </a:xfrm>
      </p:grpSpPr>
      <p:sp>
        <p:nvSpPr>
          <p:cNvPr id="442" name="Google Shape;442;p55"/>
          <p:cNvSpPr txBox="1"/>
          <p:nvPr>
            <p:ph idx="1" type="body"/>
          </p:nvPr>
        </p:nvSpPr>
        <p:spPr>
          <a:xfrm>
            <a:off x="483175" y="2417500"/>
            <a:ext cx="2455500" cy="2373600"/>
          </a:xfrm>
          <a:prstGeom prst="rect">
            <a:avLst/>
          </a:prstGeom>
        </p:spPr>
        <p:txBody>
          <a:bodyPr anchorCtr="0" anchor="t" bIns="91425" lIns="0"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43" name="Google Shape;443;p55"/>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44" name="Google Shape;444;p55"/>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45" name="Google Shape;445;p55"/>
          <p:cNvSpPr txBox="1"/>
          <p:nvPr>
            <p:ph idx="3" type="subTitle"/>
          </p:nvPr>
        </p:nvSpPr>
        <p:spPr>
          <a:xfrm>
            <a:off x="483175" y="1336150"/>
            <a:ext cx="2455500" cy="7785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6" name="Google Shape;446;p55"/>
          <p:cNvSpPr txBox="1"/>
          <p:nvPr>
            <p:ph idx="4" type="subTitle"/>
          </p:nvPr>
        </p:nvSpPr>
        <p:spPr>
          <a:xfrm>
            <a:off x="3347725" y="1336150"/>
            <a:ext cx="2455500" cy="7785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7" name="Google Shape;447;p55"/>
          <p:cNvSpPr txBox="1"/>
          <p:nvPr>
            <p:ph idx="5" type="subTitle"/>
          </p:nvPr>
        </p:nvSpPr>
        <p:spPr>
          <a:xfrm>
            <a:off x="6212275" y="1336150"/>
            <a:ext cx="2455500" cy="7785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8" name="Google Shape;448;p55"/>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449" name="Shape 449"/>
        <p:cNvGrpSpPr/>
        <p:nvPr/>
      </p:nvGrpSpPr>
      <p:grpSpPr>
        <a:xfrm>
          <a:off x="0" y="0"/>
          <a:ext cx="0" cy="0"/>
          <a:chOff x="0" y="0"/>
          <a:chExt cx="0" cy="0"/>
        </a:xfrm>
      </p:grpSpPr>
      <p:sp>
        <p:nvSpPr>
          <p:cNvPr id="450" name="Google Shape;450;p56"/>
          <p:cNvSpPr txBox="1"/>
          <p:nvPr>
            <p:ph idx="1" type="body"/>
          </p:nvPr>
        </p:nvSpPr>
        <p:spPr>
          <a:xfrm>
            <a:off x="366725" y="1759093"/>
            <a:ext cx="3838500" cy="1138500"/>
          </a:xfrm>
          <a:prstGeom prst="rect">
            <a:avLst/>
          </a:prstGeom>
        </p:spPr>
        <p:txBody>
          <a:bodyPr anchorCtr="0" anchor="t" bIns="91425" lIns="0"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51" name="Google Shape;451;p56"/>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52" name="Google Shape;452;p56"/>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53" name="Google Shape;453;p56"/>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54" name="Google Shape;454;p56"/>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55" name="Google Shape;455;p56"/>
          <p:cNvSpPr txBox="1"/>
          <p:nvPr>
            <p:ph idx="5" type="subTitle"/>
          </p:nvPr>
        </p:nvSpPr>
        <p:spPr>
          <a:xfrm>
            <a:off x="366763" y="1277907"/>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56" name="Google Shape;456;p56"/>
          <p:cNvSpPr txBox="1"/>
          <p:nvPr>
            <p:ph idx="6" type="subTitle"/>
          </p:nvPr>
        </p:nvSpPr>
        <p:spPr>
          <a:xfrm>
            <a:off x="4938738" y="1277907"/>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57" name="Google Shape;457;p56"/>
          <p:cNvSpPr txBox="1"/>
          <p:nvPr>
            <p:ph idx="7" type="subTitle"/>
          </p:nvPr>
        </p:nvSpPr>
        <p:spPr>
          <a:xfrm>
            <a:off x="4938761" y="3167363"/>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58" name="Google Shape;458;p56"/>
          <p:cNvSpPr txBox="1"/>
          <p:nvPr>
            <p:ph idx="8" type="subTitle"/>
          </p:nvPr>
        </p:nvSpPr>
        <p:spPr>
          <a:xfrm>
            <a:off x="366750" y="3167363"/>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459" name="Shape 459"/>
        <p:cNvGrpSpPr/>
        <p:nvPr/>
      </p:nvGrpSpPr>
      <p:grpSpPr>
        <a:xfrm>
          <a:off x="0" y="0"/>
          <a:ext cx="0" cy="0"/>
          <a:chOff x="0" y="0"/>
          <a:chExt cx="0" cy="0"/>
        </a:xfrm>
      </p:grpSpPr>
      <p:sp>
        <p:nvSpPr>
          <p:cNvPr id="460" name="Google Shape;460;p5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1" name="Google Shape;461;p57"/>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62" name="Shape 462"/>
        <p:cNvGrpSpPr/>
        <p:nvPr/>
      </p:nvGrpSpPr>
      <p:grpSpPr>
        <a:xfrm>
          <a:off x="0" y="0"/>
          <a:ext cx="0" cy="0"/>
          <a:chOff x="0" y="0"/>
          <a:chExt cx="0" cy="0"/>
        </a:xfrm>
      </p:grpSpPr>
      <p:sp>
        <p:nvSpPr>
          <p:cNvPr id="463" name="Google Shape;463;p58"/>
          <p:cNvSpPr txBox="1"/>
          <p:nvPr>
            <p:ph idx="1" type="body"/>
          </p:nvPr>
        </p:nvSpPr>
        <p:spPr>
          <a:xfrm>
            <a:off x="311700" y="4080225"/>
            <a:ext cx="4027500" cy="926100"/>
          </a:xfrm>
          <a:prstGeom prst="rect">
            <a:avLst/>
          </a:prstGeom>
        </p:spPr>
        <p:txBody>
          <a:bodyPr anchorCtr="0" anchor="t" bIns="91425" lIns="0"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64" name="Google Shape;464;p58"/>
          <p:cNvSpPr/>
          <p:nvPr>
            <p:ph idx="2" type="pic"/>
          </p:nvPr>
        </p:nvSpPr>
        <p:spPr>
          <a:xfrm>
            <a:off x="4804825" y="1133300"/>
            <a:ext cx="4027500" cy="2392800"/>
          </a:xfrm>
          <a:prstGeom prst="rect">
            <a:avLst/>
          </a:prstGeom>
          <a:noFill/>
          <a:ln>
            <a:noFill/>
          </a:ln>
        </p:spPr>
      </p:sp>
      <p:sp>
        <p:nvSpPr>
          <p:cNvPr id="465" name="Google Shape;465;p58"/>
          <p:cNvSpPr/>
          <p:nvPr>
            <p:ph idx="3" type="pic"/>
          </p:nvPr>
        </p:nvSpPr>
        <p:spPr>
          <a:xfrm>
            <a:off x="311725" y="1133300"/>
            <a:ext cx="4027500" cy="2392800"/>
          </a:xfrm>
          <a:prstGeom prst="rect">
            <a:avLst/>
          </a:prstGeom>
          <a:noFill/>
          <a:ln>
            <a:noFill/>
          </a:ln>
        </p:spPr>
      </p:sp>
      <p:sp>
        <p:nvSpPr>
          <p:cNvPr id="466" name="Google Shape;466;p58"/>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67" name="Google Shape;467;p5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8" name="Google Shape;468;p58"/>
          <p:cNvSpPr txBox="1"/>
          <p:nvPr>
            <p:ph idx="5" type="subTitle"/>
          </p:nvPr>
        </p:nvSpPr>
        <p:spPr>
          <a:xfrm>
            <a:off x="311725" y="3582900"/>
            <a:ext cx="40275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69" name="Google Shape;469;p58"/>
          <p:cNvSpPr txBox="1"/>
          <p:nvPr>
            <p:ph idx="6" type="subTitle"/>
          </p:nvPr>
        </p:nvSpPr>
        <p:spPr>
          <a:xfrm>
            <a:off x="4804825" y="3582900"/>
            <a:ext cx="40275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70" name="Shape 470"/>
        <p:cNvGrpSpPr/>
        <p:nvPr/>
      </p:nvGrpSpPr>
      <p:grpSpPr>
        <a:xfrm>
          <a:off x="0" y="0"/>
          <a:ext cx="0" cy="0"/>
          <a:chOff x="0" y="0"/>
          <a:chExt cx="0" cy="0"/>
        </a:xfrm>
      </p:grpSpPr>
      <p:sp>
        <p:nvSpPr>
          <p:cNvPr id="471" name="Google Shape;471;p59"/>
          <p:cNvSpPr txBox="1"/>
          <p:nvPr>
            <p:ph idx="1" type="body"/>
          </p:nvPr>
        </p:nvSpPr>
        <p:spPr>
          <a:xfrm>
            <a:off x="311700" y="3911700"/>
            <a:ext cx="2627100" cy="1018500"/>
          </a:xfrm>
          <a:prstGeom prst="rect">
            <a:avLst/>
          </a:prstGeom>
        </p:spPr>
        <p:txBody>
          <a:bodyPr anchorCtr="0" anchor="t" bIns="91425" lIns="0"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72" name="Google Shape;472;p59"/>
          <p:cNvSpPr/>
          <p:nvPr>
            <p:ph idx="2" type="pic"/>
          </p:nvPr>
        </p:nvSpPr>
        <p:spPr>
          <a:xfrm>
            <a:off x="6205225" y="1128325"/>
            <a:ext cx="2627100" cy="2273100"/>
          </a:xfrm>
          <a:prstGeom prst="rect">
            <a:avLst/>
          </a:prstGeom>
          <a:noFill/>
          <a:ln>
            <a:noFill/>
          </a:ln>
        </p:spPr>
      </p:sp>
      <p:sp>
        <p:nvSpPr>
          <p:cNvPr id="473" name="Google Shape;473;p59"/>
          <p:cNvSpPr/>
          <p:nvPr>
            <p:ph idx="3" type="pic"/>
          </p:nvPr>
        </p:nvSpPr>
        <p:spPr>
          <a:xfrm>
            <a:off x="311725" y="1128325"/>
            <a:ext cx="2627100" cy="2273100"/>
          </a:xfrm>
          <a:prstGeom prst="rect">
            <a:avLst/>
          </a:prstGeom>
          <a:noFill/>
          <a:ln>
            <a:noFill/>
          </a:ln>
        </p:spPr>
      </p:sp>
      <p:sp>
        <p:nvSpPr>
          <p:cNvPr id="474" name="Google Shape;474;p59"/>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75" name="Google Shape;475;p59"/>
          <p:cNvSpPr/>
          <p:nvPr>
            <p:ph idx="5" type="pic"/>
          </p:nvPr>
        </p:nvSpPr>
        <p:spPr>
          <a:xfrm>
            <a:off x="3255250" y="1128325"/>
            <a:ext cx="2627100" cy="2273100"/>
          </a:xfrm>
          <a:prstGeom prst="rect">
            <a:avLst/>
          </a:prstGeom>
          <a:noFill/>
          <a:ln>
            <a:noFill/>
          </a:ln>
        </p:spPr>
      </p:sp>
      <p:sp>
        <p:nvSpPr>
          <p:cNvPr id="476" name="Google Shape;476;p59"/>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77" name="Google Shape;477;p5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8" name="Google Shape;478;p59"/>
          <p:cNvSpPr txBox="1"/>
          <p:nvPr>
            <p:ph idx="7" type="subTitle"/>
          </p:nvPr>
        </p:nvSpPr>
        <p:spPr>
          <a:xfrm>
            <a:off x="311725" y="3430500"/>
            <a:ext cx="26271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79" name="Google Shape;479;p59"/>
          <p:cNvSpPr txBox="1"/>
          <p:nvPr>
            <p:ph idx="8" type="subTitle"/>
          </p:nvPr>
        </p:nvSpPr>
        <p:spPr>
          <a:xfrm>
            <a:off x="6205225" y="3430500"/>
            <a:ext cx="26271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80" name="Google Shape;480;p59"/>
          <p:cNvSpPr txBox="1"/>
          <p:nvPr>
            <p:ph idx="9" type="subTitle"/>
          </p:nvPr>
        </p:nvSpPr>
        <p:spPr>
          <a:xfrm>
            <a:off x="3255250" y="3430500"/>
            <a:ext cx="26271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81" name="Shape 481"/>
        <p:cNvGrpSpPr/>
        <p:nvPr/>
      </p:nvGrpSpPr>
      <p:grpSpPr>
        <a:xfrm>
          <a:off x="0" y="0"/>
          <a:ext cx="0" cy="0"/>
          <a:chOff x="0" y="0"/>
          <a:chExt cx="0" cy="0"/>
        </a:xfrm>
      </p:grpSpPr>
      <p:sp>
        <p:nvSpPr>
          <p:cNvPr id="482" name="Google Shape;482;p60"/>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83" name="Shape 483"/>
        <p:cNvGrpSpPr/>
        <p:nvPr/>
      </p:nvGrpSpPr>
      <p:grpSpPr>
        <a:xfrm>
          <a:off x="0" y="0"/>
          <a:ext cx="0" cy="0"/>
          <a:chOff x="0" y="0"/>
          <a:chExt cx="0" cy="0"/>
        </a:xfrm>
      </p:grpSpPr>
      <p:sp>
        <p:nvSpPr>
          <p:cNvPr id="484" name="Google Shape;484;p61"/>
          <p:cNvSpPr/>
          <p:nvPr>
            <p:ph idx="2" type="pic"/>
          </p:nvPr>
        </p:nvSpPr>
        <p:spPr>
          <a:xfrm>
            <a:off x="3389600" y="118913"/>
            <a:ext cx="1643700" cy="1535100"/>
          </a:xfrm>
          <a:prstGeom prst="rect">
            <a:avLst/>
          </a:prstGeom>
          <a:noFill/>
          <a:ln>
            <a:noFill/>
          </a:ln>
        </p:spPr>
      </p:sp>
      <p:sp>
        <p:nvSpPr>
          <p:cNvPr id="485" name="Google Shape;485;p61"/>
          <p:cNvSpPr/>
          <p:nvPr>
            <p:ph idx="3" type="pic"/>
          </p:nvPr>
        </p:nvSpPr>
        <p:spPr>
          <a:xfrm>
            <a:off x="5195935" y="118913"/>
            <a:ext cx="1643700" cy="1535100"/>
          </a:xfrm>
          <a:prstGeom prst="rect">
            <a:avLst/>
          </a:prstGeom>
          <a:noFill/>
          <a:ln>
            <a:noFill/>
          </a:ln>
        </p:spPr>
      </p:sp>
      <p:sp>
        <p:nvSpPr>
          <p:cNvPr id="486" name="Google Shape;486;p61"/>
          <p:cNvSpPr/>
          <p:nvPr>
            <p:ph idx="4" type="pic"/>
          </p:nvPr>
        </p:nvSpPr>
        <p:spPr>
          <a:xfrm>
            <a:off x="7002270" y="118913"/>
            <a:ext cx="1643700" cy="1535100"/>
          </a:xfrm>
          <a:prstGeom prst="rect">
            <a:avLst/>
          </a:prstGeom>
          <a:noFill/>
          <a:ln>
            <a:noFill/>
          </a:ln>
        </p:spPr>
      </p:sp>
      <p:sp>
        <p:nvSpPr>
          <p:cNvPr id="487" name="Google Shape;487;p61"/>
          <p:cNvSpPr/>
          <p:nvPr>
            <p:ph idx="5" type="pic"/>
          </p:nvPr>
        </p:nvSpPr>
        <p:spPr>
          <a:xfrm>
            <a:off x="3389588" y="1804212"/>
            <a:ext cx="1643700" cy="1535100"/>
          </a:xfrm>
          <a:prstGeom prst="rect">
            <a:avLst/>
          </a:prstGeom>
          <a:noFill/>
          <a:ln>
            <a:noFill/>
          </a:ln>
        </p:spPr>
      </p:sp>
      <p:sp>
        <p:nvSpPr>
          <p:cNvPr id="488" name="Google Shape;488;p61"/>
          <p:cNvSpPr/>
          <p:nvPr>
            <p:ph idx="6" type="pic"/>
          </p:nvPr>
        </p:nvSpPr>
        <p:spPr>
          <a:xfrm>
            <a:off x="5195922" y="1804212"/>
            <a:ext cx="1643700" cy="1535100"/>
          </a:xfrm>
          <a:prstGeom prst="rect">
            <a:avLst/>
          </a:prstGeom>
          <a:noFill/>
          <a:ln>
            <a:noFill/>
          </a:ln>
        </p:spPr>
      </p:sp>
      <p:sp>
        <p:nvSpPr>
          <p:cNvPr id="489" name="Google Shape;489;p61"/>
          <p:cNvSpPr/>
          <p:nvPr>
            <p:ph idx="7" type="pic"/>
          </p:nvPr>
        </p:nvSpPr>
        <p:spPr>
          <a:xfrm>
            <a:off x="7002257" y="1804212"/>
            <a:ext cx="1643700" cy="1535100"/>
          </a:xfrm>
          <a:prstGeom prst="rect">
            <a:avLst/>
          </a:prstGeom>
          <a:noFill/>
          <a:ln>
            <a:noFill/>
          </a:ln>
        </p:spPr>
      </p:sp>
      <p:sp>
        <p:nvSpPr>
          <p:cNvPr id="490" name="Google Shape;490;p61"/>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1" name="Google Shape;491;p61"/>
          <p:cNvSpPr/>
          <p:nvPr>
            <p:ph idx="8" type="pic"/>
          </p:nvPr>
        </p:nvSpPr>
        <p:spPr>
          <a:xfrm>
            <a:off x="3389588" y="3489487"/>
            <a:ext cx="1643700" cy="1535100"/>
          </a:xfrm>
          <a:prstGeom prst="rect">
            <a:avLst/>
          </a:prstGeom>
          <a:noFill/>
          <a:ln>
            <a:noFill/>
          </a:ln>
        </p:spPr>
      </p:sp>
      <p:sp>
        <p:nvSpPr>
          <p:cNvPr id="492" name="Google Shape;492;p61"/>
          <p:cNvSpPr/>
          <p:nvPr>
            <p:ph idx="9" type="pic"/>
          </p:nvPr>
        </p:nvSpPr>
        <p:spPr>
          <a:xfrm>
            <a:off x="5195922" y="3489487"/>
            <a:ext cx="1643700" cy="1535100"/>
          </a:xfrm>
          <a:prstGeom prst="rect">
            <a:avLst/>
          </a:prstGeom>
          <a:noFill/>
          <a:ln>
            <a:noFill/>
          </a:ln>
        </p:spPr>
      </p:sp>
      <p:sp>
        <p:nvSpPr>
          <p:cNvPr id="493" name="Google Shape;493;p61"/>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 Alt 3 1">
  <p:cSld name="CUSTOM_24_1">
    <p:spTree>
      <p:nvGrpSpPr>
        <p:cNvPr id="494" name="Shape 494"/>
        <p:cNvGrpSpPr/>
        <p:nvPr/>
      </p:nvGrpSpPr>
      <p:grpSpPr>
        <a:xfrm>
          <a:off x="0" y="0"/>
          <a:ext cx="0" cy="0"/>
          <a:chOff x="0" y="0"/>
          <a:chExt cx="0" cy="0"/>
        </a:xfrm>
      </p:grpSpPr>
      <p:pic>
        <p:nvPicPr>
          <p:cNvPr id="495" name="Google Shape;495;p62"/>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496" name="Google Shape;496;p62"/>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chivo"/>
                <a:ea typeface="Archivo"/>
                <a:cs typeface="Archivo"/>
                <a:sym typeface="Archivo"/>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chivo"/>
                <a:ea typeface="Archivo"/>
                <a:cs typeface="Archivo"/>
                <a:sym typeface="Archivo"/>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chivo"/>
                <a:ea typeface="Archivo"/>
                <a:cs typeface="Archivo"/>
                <a:sym typeface="Archivo"/>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chivo"/>
                <a:ea typeface="Archivo"/>
                <a:cs typeface="Archivo"/>
                <a:sym typeface="Archivo"/>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chivo"/>
                <a:ea typeface="Archivo"/>
                <a:cs typeface="Archivo"/>
                <a:sym typeface="Archivo"/>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chivo"/>
                <a:ea typeface="Archivo"/>
                <a:cs typeface="Archivo"/>
                <a:sym typeface="Archivo"/>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chivo"/>
                <a:ea typeface="Archivo"/>
                <a:cs typeface="Archivo"/>
                <a:sym typeface="Archivo"/>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chivo"/>
                <a:ea typeface="Archivo"/>
                <a:cs typeface="Archivo"/>
                <a:sym typeface="Archivo"/>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
        <p:nvSpPr>
          <p:cNvPr id="497" name="Google Shape;497;p62"/>
          <p:cNvSpPr txBox="1"/>
          <p:nvPr>
            <p:ph idx="1" type="subTitle"/>
          </p:nvPr>
        </p:nvSpPr>
        <p:spPr>
          <a:xfrm>
            <a:off x="4918050" y="3138700"/>
            <a:ext cx="3675900" cy="271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400"/>
              <a:buFont typeface="Archivo SemiBold"/>
              <a:buNone/>
              <a:defRPr>
                <a:latin typeface="Archivo SemiBold"/>
                <a:ea typeface="Archivo SemiBold"/>
                <a:cs typeface="Archivo SemiBold"/>
                <a:sym typeface="Archivo SemiBold"/>
              </a:defRPr>
            </a:lvl1pPr>
            <a:lvl2pPr lvl="1" algn="l">
              <a:lnSpc>
                <a:spcPct val="115000"/>
              </a:lnSpc>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2pPr>
            <a:lvl3pPr lvl="2" algn="l">
              <a:lnSpc>
                <a:spcPct val="115000"/>
              </a:lnSpc>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3pPr>
            <a:lvl4pPr lvl="3" algn="l">
              <a:lnSpc>
                <a:spcPct val="115000"/>
              </a:lnSpc>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4pPr>
            <a:lvl5pPr lvl="4" algn="l">
              <a:lnSpc>
                <a:spcPct val="115000"/>
              </a:lnSpc>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5pPr>
            <a:lvl6pPr lvl="5" algn="l">
              <a:lnSpc>
                <a:spcPct val="115000"/>
              </a:lnSpc>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6pPr>
            <a:lvl7pPr lvl="6" algn="l">
              <a:lnSpc>
                <a:spcPct val="115000"/>
              </a:lnSpc>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7pPr>
            <a:lvl8pPr lvl="7" algn="l">
              <a:lnSpc>
                <a:spcPct val="115000"/>
              </a:lnSpc>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8pPr>
            <a:lvl9pPr lvl="8" algn="l">
              <a:lnSpc>
                <a:spcPct val="115000"/>
              </a:lnSpc>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9pPr>
          </a:lstStyle>
          <a:p/>
        </p:txBody>
      </p:sp>
      <p:sp>
        <p:nvSpPr>
          <p:cNvPr id="498" name="Google Shape;498;p62"/>
          <p:cNvSpPr txBox="1"/>
          <p:nvPr>
            <p:ph idx="2" type="body"/>
          </p:nvPr>
        </p:nvSpPr>
        <p:spPr>
          <a:xfrm>
            <a:off x="4918050" y="3409900"/>
            <a:ext cx="3675900" cy="1233000"/>
          </a:xfrm>
          <a:prstGeom prst="rect">
            <a:avLst/>
          </a:prstGeom>
          <a:noFill/>
          <a:ln>
            <a:noFill/>
          </a:ln>
        </p:spPr>
        <p:txBody>
          <a:bodyPr anchorCtr="0" anchor="t" bIns="0" lIns="0" spcFirstLastPara="1" rIns="0" wrap="square" tIns="137150">
            <a:noAutofit/>
          </a:bodyPr>
          <a:lstStyle>
            <a:lvl1pPr indent="-304800" lvl="0" marL="457200" algn="l">
              <a:lnSpc>
                <a:spcPct val="115000"/>
              </a:lnSpc>
              <a:spcBef>
                <a:spcPts val="0"/>
              </a:spcBef>
              <a:spcAft>
                <a:spcPts val="0"/>
              </a:spcAft>
              <a:buClr>
                <a:schemeClr val="dk1"/>
              </a:buClr>
              <a:buSzPts val="1200"/>
              <a:buFont typeface="Archivo Light"/>
              <a:buChar char="●"/>
              <a:defRPr>
                <a:latin typeface="Archivo Light"/>
                <a:ea typeface="Archivo Light"/>
                <a:cs typeface="Archivo Light"/>
                <a:sym typeface="Archivo Light"/>
              </a:defRPr>
            </a:lvl1pPr>
            <a:lvl2pPr indent="-304800" lvl="1" marL="914400" algn="l">
              <a:lnSpc>
                <a:spcPct val="115000"/>
              </a:lnSpc>
              <a:spcBef>
                <a:spcPts val="800"/>
              </a:spcBef>
              <a:spcAft>
                <a:spcPts val="0"/>
              </a:spcAft>
              <a:buClr>
                <a:schemeClr val="dk1"/>
              </a:buClr>
              <a:buSzPts val="1200"/>
              <a:buFont typeface="Archivo Light"/>
              <a:buChar char="○"/>
              <a:defRPr>
                <a:latin typeface="Archivo Light"/>
                <a:ea typeface="Archivo Light"/>
                <a:cs typeface="Archivo Light"/>
                <a:sym typeface="Archivo Light"/>
              </a:defRPr>
            </a:lvl2pPr>
            <a:lvl3pPr indent="-304800" lvl="2" marL="1371600" algn="l">
              <a:lnSpc>
                <a:spcPct val="115000"/>
              </a:lnSpc>
              <a:spcBef>
                <a:spcPts val="800"/>
              </a:spcBef>
              <a:spcAft>
                <a:spcPts val="0"/>
              </a:spcAft>
              <a:buClr>
                <a:schemeClr val="dk1"/>
              </a:buClr>
              <a:buSzPts val="1200"/>
              <a:buFont typeface="Archivo Light"/>
              <a:buChar char="■"/>
              <a:defRPr>
                <a:latin typeface="Archivo Light"/>
                <a:ea typeface="Archivo Light"/>
                <a:cs typeface="Archivo Light"/>
                <a:sym typeface="Archivo Light"/>
              </a:defRPr>
            </a:lvl3pPr>
            <a:lvl4pPr indent="-304800" lvl="3" marL="1828800" algn="l">
              <a:lnSpc>
                <a:spcPct val="115000"/>
              </a:lnSpc>
              <a:spcBef>
                <a:spcPts val="800"/>
              </a:spcBef>
              <a:spcAft>
                <a:spcPts val="0"/>
              </a:spcAft>
              <a:buClr>
                <a:schemeClr val="dk1"/>
              </a:buClr>
              <a:buSzPts val="1200"/>
              <a:buFont typeface="Archivo Light"/>
              <a:buChar char="●"/>
              <a:defRPr>
                <a:latin typeface="Archivo Light"/>
                <a:ea typeface="Archivo Light"/>
                <a:cs typeface="Archivo Light"/>
                <a:sym typeface="Archivo Light"/>
              </a:defRPr>
            </a:lvl4pPr>
            <a:lvl5pPr indent="-304800" lvl="4" marL="2286000" algn="l">
              <a:lnSpc>
                <a:spcPct val="115000"/>
              </a:lnSpc>
              <a:spcBef>
                <a:spcPts val="800"/>
              </a:spcBef>
              <a:spcAft>
                <a:spcPts val="0"/>
              </a:spcAft>
              <a:buClr>
                <a:schemeClr val="dk1"/>
              </a:buClr>
              <a:buSzPts val="1200"/>
              <a:buFont typeface="Archivo Light"/>
              <a:buChar char="○"/>
              <a:defRPr>
                <a:latin typeface="Archivo Light"/>
                <a:ea typeface="Archivo Light"/>
                <a:cs typeface="Archivo Light"/>
                <a:sym typeface="Archivo Light"/>
              </a:defRPr>
            </a:lvl5pPr>
            <a:lvl6pPr indent="-304800" lvl="5" marL="2743200" algn="l">
              <a:lnSpc>
                <a:spcPct val="115000"/>
              </a:lnSpc>
              <a:spcBef>
                <a:spcPts val="800"/>
              </a:spcBef>
              <a:spcAft>
                <a:spcPts val="0"/>
              </a:spcAft>
              <a:buClr>
                <a:schemeClr val="dk1"/>
              </a:buClr>
              <a:buSzPts val="1200"/>
              <a:buFont typeface="Archivo Light"/>
              <a:buChar char="■"/>
              <a:defRPr>
                <a:latin typeface="Archivo Light"/>
                <a:ea typeface="Archivo Light"/>
                <a:cs typeface="Archivo Light"/>
                <a:sym typeface="Archivo Light"/>
              </a:defRPr>
            </a:lvl6pPr>
            <a:lvl7pPr indent="-304800" lvl="6" marL="3200400" algn="l">
              <a:lnSpc>
                <a:spcPct val="115000"/>
              </a:lnSpc>
              <a:spcBef>
                <a:spcPts val="800"/>
              </a:spcBef>
              <a:spcAft>
                <a:spcPts val="0"/>
              </a:spcAft>
              <a:buClr>
                <a:schemeClr val="dk1"/>
              </a:buClr>
              <a:buSzPts val="1200"/>
              <a:buFont typeface="Archivo Light"/>
              <a:buChar char="●"/>
              <a:defRPr>
                <a:latin typeface="Archivo Light"/>
                <a:ea typeface="Archivo Light"/>
                <a:cs typeface="Archivo Light"/>
                <a:sym typeface="Archivo Light"/>
              </a:defRPr>
            </a:lvl7pPr>
            <a:lvl8pPr indent="-304800" lvl="7" marL="3657600" algn="l">
              <a:lnSpc>
                <a:spcPct val="115000"/>
              </a:lnSpc>
              <a:spcBef>
                <a:spcPts val="800"/>
              </a:spcBef>
              <a:spcAft>
                <a:spcPts val="0"/>
              </a:spcAft>
              <a:buClr>
                <a:schemeClr val="dk1"/>
              </a:buClr>
              <a:buSzPts val="1200"/>
              <a:buFont typeface="Archivo Light"/>
              <a:buChar char="○"/>
              <a:defRPr>
                <a:latin typeface="Archivo Light"/>
                <a:ea typeface="Archivo Light"/>
                <a:cs typeface="Archivo Light"/>
                <a:sym typeface="Archivo Light"/>
              </a:defRPr>
            </a:lvl8pPr>
            <a:lvl9pPr indent="-304800" lvl="8" marL="4114800" algn="l">
              <a:lnSpc>
                <a:spcPct val="115000"/>
              </a:lnSpc>
              <a:spcBef>
                <a:spcPts val="800"/>
              </a:spcBef>
              <a:spcAft>
                <a:spcPts val="800"/>
              </a:spcAft>
              <a:buClr>
                <a:schemeClr val="dk1"/>
              </a:buClr>
              <a:buSzPts val="1200"/>
              <a:buFont typeface="Archivo Light"/>
              <a:buChar char="■"/>
              <a:defRPr>
                <a:latin typeface="Archivo Light"/>
                <a:ea typeface="Archivo Light"/>
                <a:cs typeface="Archivo Light"/>
                <a:sym typeface="Archivo Light"/>
              </a:defRPr>
            </a:lvl9pPr>
          </a:lstStyle>
          <a:p/>
        </p:txBody>
      </p:sp>
      <p:sp>
        <p:nvSpPr>
          <p:cNvPr id="499" name="Google Shape;499;p62"/>
          <p:cNvSpPr/>
          <p:nvPr>
            <p:ph idx="3" type="pic"/>
          </p:nvPr>
        </p:nvSpPr>
        <p:spPr>
          <a:xfrm>
            <a:off x="4637425" y="1066100"/>
            <a:ext cx="4140600" cy="1806600"/>
          </a:xfrm>
          <a:prstGeom prst="roundRect">
            <a:avLst>
              <a:gd fmla="val 14555" name="adj"/>
            </a:avLst>
          </a:prstGeom>
          <a:noFill/>
          <a:ln>
            <a:noFill/>
          </a:ln>
        </p:spPr>
      </p:sp>
      <p:sp>
        <p:nvSpPr>
          <p:cNvPr id="500" name="Google Shape;500;p62"/>
          <p:cNvSpPr txBox="1"/>
          <p:nvPr>
            <p:ph idx="4"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700"/>
              <a:buFont typeface="Archivo"/>
              <a:buNone/>
              <a:defRPr sz="700"/>
            </a:lvl1pPr>
            <a:lvl2pPr lvl="1" algn="l">
              <a:lnSpc>
                <a:spcPct val="115000"/>
              </a:lnSpc>
              <a:spcBef>
                <a:spcPts val="0"/>
              </a:spcBef>
              <a:spcAft>
                <a:spcPts val="0"/>
              </a:spcAft>
              <a:buClr>
                <a:schemeClr val="dk1"/>
              </a:buClr>
              <a:buSzPts val="1400"/>
              <a:buFont typeface="Archivo"/>
              <a:buNone/>
              <a:defRPr>
                <a:solidFill>
                  <a:schemeClr val="dk1"/>
                </a:solidFill>
              </a:defRPr>
            </a:lvl2pPr>
            <a:lvl3pPr lvl="2" algn="l">
              <a:lnSpc>
                <a:spcPct val="115000"/>
              </a:lnSpc>
              <a:spcBef>
                <a:spcPts val="0"/>
              </a:spcBef>
              <a:spcAft>
                <a:spcPts val="0"/>
              </a:spcAft>
              <a:buClr>
                <a:schemeClr val="dk1"/>
              </a:buClr>
              <a:buSzPts val="1400"/>
              <a:buFont typeface="Archivo"/>
              <a:buNone/>
              <a:defRPr>
                <a:solidFill>
                  <a:schemeClr val="dk1"/>
                </a:solidFill>
              </a:defRPr>
            </a:lvl3pPr>
            <a:lvl4pPr lvl="3" algn="l">
              <a:lnSpc>
                <a:spcPct val="115000"/>
              </a:lnSpc>
              <a:spcBef>
                <a:spcPts val="0"/>
              </a:spcBef>
              <a:spcAft>
                <a:spcPts val="0"/>
              </a:spcAft>
              <a:buClr>
                <a:schemeClr val="dk1"/>
              </a:buClr>
              <a:buSzPts val="1400"/>
              <a:buFont typeface="Archivo"/>
              <a:buNone/>
              <a:defRPr>
                <a:solidFill>
                  <a:schemeClr val="dk1"/>
                </a:solidFill>
              </a:defRPr>
            </a:lvl4pPr>
            <a:lvl5pPr lvl="4" algn="l">
              <a:lnSpc>
                <a:spcPct val="115000"/>
              </a:lnSpc>
              <a:spcBef>
                <a:spcPts val="0"/>
              </a:spcBef>
              <a:spcAft>
                <a:spcPts val="0"/>
              </a:spcAft>
              <a:buClr>
                <a:schemeClr val="dk1"/>
              </a:buClr>
              <a:buSzPts val="1400"/>
              <a:buFont typeface="Archivo"/>
              <a:buNone/>
              <a:defRPr>
                <a:solidFill>
                  <a:schemeClr val="dk1"/>
                </a:solidFill>
              </a:defRPr>
            </a:lvl5pPr>
            <a:lvl6pPr lvl="5" algn="l">
              <a:lnSpc>
                <a:spcPct val="115000"/>
              </a:lnSpc>
              <a:spcBef>
                <a:spcPts val="0"/>
              </a:spcBef>
              <a:spcAft>
                <a:spcPts val="0"/>
              </a:spcAft>
              <a:buClr>
                <a:schemeClr val="dk1"/>
              </a:buClr>
              <a:buSzPts val="1400"/>
              <a:buFont typeface="Archivo"/>
              <a:buNone/>
              <a:defRPr>
                <a:solidFill>
                  <a:schemeClr val="dk1"/>
                </a:solidFill>
              </a:defRPr>
            </a:lvl6pPr>
            <a:lvl7pPr lvl="6" algn="l">
              <a:lnSpc>
                <a:spcPct val="115000"/>
              </a:lnSpc>
              <a:spcBef>
                <a:spcPts val="0"/>
              </a:spcBef>
              <a:spcAft>
                <a:spcPts val="0"/>
              </a:spcAft>
              <a:buClr>
                <a:schemeClr val="dk1"/>
              </a:buClr>
              <a:buSzPts val="1400"/>
              <a:buFont typeface="Archivo"/>
              <a:buNone/>
              <a:defRPr>
                <a:solidFill>
                  <a:schemeClr val="dk1"/>
                </a:solidFill>
              </a:defRPr>
            </a:lvl7pPr>
            <a:lvl8pPr lvl="7" algn="l">
              <a:lnSpc>
                <a:spcPct val="115000"/>
              </a:lnSpc>
              <a:spcBef>
                <a:spcPts val="0"/>
              </a:spcBef>
              <a:spcAft>
                <a:spcPts val="0"/>
              </a:spcAft>
              <a:buClr>
                <a:schemeClr val="dk1"/>
              </a:buClr>
              <a:buSzPts val="1400"/>
              <a:buFont typeface="Archivo"/>
              <a:buNone/>
              <a:defRPr>
                <a:solidFill>
                  <a:schemeClr val="dk1"/>
                </a:solidFill>
              </a:defRPr>
            </a:lvl8pPr>
            <a:lvl9pPr lvl="8" algn="l">
              <a:lnSpc>
                <a:spcPct val="115000"/>
              </a:lnSpc>
              <a:spcBef>
                <a:spcPts val="0"/>
              </a:spcBef>
              <a:spcAft>
                <a:spcPts val="0"/>
              </a:spcAft>
              <a:buClr>
                <a:schemeClr val="dk1"/>
              </a:buClr>
              <a:buSzPts val="1400"/>
              <a:buFont typeface="Archivo"/>
              <a:buNone/>
              <a:defRPr>
                <a:solidFill>
                  <a:schemeClr val="dk1"/>
                </a:solidFill>
              </a:defRPr>
            </a:lvl9pPr>
          </a:lstStyle>
          <a:p/>
        </p:txBody>
      </p:sp>
      <p:sp>
        <p:nvSpPr>
          <p:cNvPr id="501" name="Google Shape;501;p62"/>
          <p:cNvSpPr txBox="1"/>
          <p:nvPr>
            <p:ph type="title"/>
          </p:nvPr>
        </p:nvSpPr>
        <p:spPr>
          <a:xfrm>
            <a:off x="361975" y="1066100"/>
            <a:ext cx="4136400" cy="455100"/>
          </a:xfrm>
          <a:prstGeom prst="rect">
            <a:avLst/>
          </a:prstGeom>
          <a:noFill/>
          <a:ln>
            <a:noFill/>
          </a:ln>
        </p:spPr>
        <p:txBody>
          <a:bodyPr anchorCtr="0" anchor="t" bIns="137150" lIns="0" spcFirstLastPara="1" rIns="0" wrap="square" tIns="137150">
            <a:normAutofit/>
          </a:bodyPr>
          <a:lstStyle>
            <a:lvl1pPr lvl="0" algn="l">
              <a:lnSpc>
                <a:spcPct val="100000"/>
              </a:lnSpc>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lgn="l">
              <a:lnSpc>
                <a:spcPct val="100000"/>
              </a:lnSpc>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2pPr>
            <a:lvl3pPr lvl="2" algn="l">
              <a:lnSpc>
                <a:spcPct val="100000"/>
              </a:lnSpc>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3pPr>
            <a:lvl4pPr lvl="3" algn="l">
              <a:lnSpc>
                <a:spcPct val="100000"/>
              </a:lnSpc>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4pPr>
            <a:lvl5pPr lvl="4" algn="l">
              <a:lnSpc>
                <a:spcPct val="100000"/>
              </a:lnSpc>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5pPr>
            <a:lvl6pPr lvl="5" algn="l">
              <a:lnSpc>
                <a:spcPct val="100000"/>
              </a:lnSpc>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6pPr>
            <a:lvl7pPr lvl="6" algn="l">
              <a:lnSpc>
                <a:spcPct val="100000"/>
              </a:lnSpc>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7pPr>
            <a:lvl8pPr lvl="7" algn="l">
              <a:lnSpc>
                <a:spcPct val="100000"/>
              </a:lnSpc>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8pPr>
            <a:lvl9pPr lvl="8" algn="l">
              <a:lnSpc>
                <a:spcPct val="100000"/>
              </a:lnSpc>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9pPr>
          </a:lstStyle>
          <a:p/>
        </p:txBody>
      </p:sp>
      <p:sp>
        <p:nvSpPr>
          <p:cNvPr id="502" name="Google Shape;502;p62"/>
          <p:cNvSpPr txBox="1"/>
          <p:nvPr>
            <p:ph idx="5" type="subTitle"/>
          </p:nvPr>
        </p:nvSpPr>
        <p:spPr>
          <a:xfrm>
            <a:off x="361975" y="552775"/>
            <a:ext cx="4063800" cy="5133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2000"/>
              <a:buFont typeface="Archivo"/>
              <a:buNone/>
              <a:defRPr sz="2000"/>
            </a:lvl1pPr>
            <a:lvl2pPr lvl="1" algn="l">
              <a:lnSpc>
                <a:spcPct val="115000"/>
              </a:lnSpc>
              <a:spcBef>
                <a:spcPts val="0"/>
              </a:spcBef>
              <a:spcAft>
                <a:spcPts val="0"/>
              </a:spcAft>
              <a:buClr>
                <a:schemeClr val="dk1"/>
              </a:buClr>
              <a:buSzPts val="1400"/>
              <a:buFont typeface="Archivo"/>
              <a:buNone/>
              <a:defRPr>
                <a:solidFill>
                  <a:schemeClr val="dk1"/>
                </a:solidFill>
              </a:defRPr>
            </a:lvl2pPr>
            <a:lvl3pPr lvl="2" algn="l">
              <a:lnSpc>
                <a:spcPct val="115000"/>
              </a:lnSpc>
              <a:spcBef>
                <a:spcPts val="0"/>
              </a:spcBef>
              <a:spcAft>
                <a:spcPts val="0"/>
              </a:spcAft>
              <a:buClr>
                <a:schemeClr val="dk1"/>
              </a:buClr>
              <a:buSzPts val="1400"/>
              <a:buFont typeface="Archivo"/>
              <a:buNone/>
              <a:defRPr>
                <a:solidFill>
                  <a:schemeClr val="dk1"/>
                </a:solidFill>
              </a:defRPr>
            </a:lvl3pPr>
            <a:lvl4pPr lvl="3" algn="l">
              <a:lnSpc>
                <a:spcPct val="115000"/>
              </a:lnSpc>
              <a:spcBef>
                <a:spcPts val="0"/>
              </a:spcBef>
              <a:spcAft>
                <a:spcPts val="0"/>
              </a:spcAft>
              <a:buClr>
                <a:schemeClr val="dk1"/>
              </a:buClr>
              <a:buSzPts val="1400"/>
              <a:buFont typeface="Archivo"/>
              <a:buNone/>
              <a:defRPr>
                <a:solidFill>
                  <a:schemeClr val="dk1"/>
                </a:solidFill>
              </a:defRPr>
            </a:lvl4pPr>
            <a:lvl5pPr lvl="4" algn="l">
              <a:lnSpc>
                <a:spcPct val="115000"/>
              </a:lnSpc>
              <a:spcBef>
                <a:spcPts val="0"/>
              </a:spcBef>
              <a:spcAft>
                <a:spcPts val="0"/>
              </a:spcAft>
              <a:buClr>
                <a:schemeClr val="dk1"/>
              </a:buClr>
              <a:buSzPts val="1400"/>
              <a:buFont typeface="Archivo"/>
              <a:buNone/>
              <a:defRPr>
                <a:solidFill>
                  <a:schemeClr val="dk1"/>
                </a:solidFill>
              </a:defRPr>
            </a:lvl5pPr>
            <a:lvl6pPr lvl="5" algn="l">
              <a:lnSpc>
                <a:spcPct val="115000"/>
              </a:lnSpc>
              <a:spcBef>
                <a:spcPts val="0"/>
              </a:spcBef>
              <a:spcAft>
                <a:spcPts val="0"/>
              </a:spcAft>
              <a:buClr>
                <a:schemeClr val="dk1"/>
              </a:buClr>
              <a:buSzPts val="1400"/>
              <a:buFont typeface="Archivo"/>
              <a:buNone/>
              <a:defRPr>
                <a:solidFill>
                  <a:schemeClr val="dk1"/>
                </a:solidFill>
              </a:defRPr>
            </a:lvl6pPr>
            <a:lvl7pPr lvl="6" algn="l">
              <a:lnSpc>
                <a:spcPct val="115000"/>
              </a:lnSpc>
              <a:spcBef>
                <a:spcPts val="0"/>
              </a:spcBef>
              <a:spcAft>
                <a:spcPts val="0"/>
              </a:spcAft>
              <a:buClr>
                <a:schemeClr val="dk1"/>
              </a:buClr>
              <a:buSzPts val="1400"/>
              <a:buFont typeface="Archivo"/>
              <a:buNone/>
              <a:defRPr>
                <a:solidFill>
                  <a:schemeClr val="dk1"/>
                </a:solidFill>
              </a:defRPr>
            </a:lvl7pPr>
            <a:lvl8pPr lvl="7" algn="l">
              <a:lnSpc>
                <a:spcPct val="115000"/>
              </a:lnSpc>
              <a:spcBef>
                <a:spcPts val="0"/>
              </a:spcBef>
              <a:spcAft>
                <a:spcPts val="0"/>
              </a:spcAft>
              <a:buClr>
                <a:schemeClr val="dk1"/>
              </a:buClr>
              <a:buSzPts val="1400"/>
              <a:buFont typeface="Archivo"/>
              <a:buNone/>
              <a:defRPr>
                <a:solidFill>
                  <a:schemeClr val="dk1"/>
                </a:solidFill>
              </a:defRPr>
            </a:lvl8pPr>
            <a:lvl9pPr lvl="8" algn="l">
              <a:lnSpc>
                <a:spcPct val="115000"/>
              </a:lnSpc>
              <a:spcBef>
                <a:spcPts val="0"/>
              </a:spcBef>
              <a:spcAft>
                <a:spcPts val="0"/>
              </a:spcAft>
              <a:buClr>
                <a:schemeClr val="dk1"/>
              </a:buClr>
              <a:buSzPts val="1400"/>
              <a:buFont typeface="Archivo"/>
              <a:buNone/>
              <a:defRPr>
                <a:solidFill>
                  <a:schemeClr val="dk1"/>
                </a:solidFill>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 Alt 3 2">
  <p:cSld name="CUSTOM_24_2">
    <p:spTree>
      <p:nvGrpSpPr>
        <p:cNvPr id="503" name="Shape 503"/>
        <p:cNvGrpSpPr/>
        <p:nvPr/>
      </p:nvGrpSpPr>
      <p:grpSpPr>
        <a:xfrm>
          <a:off x="0" y="0"/>
          <a:ext cx="0" cy="0"/>
          <a:chOff x="0" y="0"/>
          <a:chExt cx="0" cy="0"/>
        </a:xfrm>
      </p:grpSpPr>
      <p:pic>
        <p:nvPicPr>
          <p:cNvPr id="504" name="Google Shape;504;p63"/>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505" name="Google Shape;505;p63"/>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chivo"/>
                <a:ea typeface="Archivo"/>
                <a:cs typeface="Archivo"/>
                <a:sym typeface="Archivo"/>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chivo"/>
                <a:ea typeface="Archivo"/>
                <a:cs typeface="Archivo"/>
                <a:sym typeface="Archivo"/>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chivo"/>
                <a:ea typeface="Archivo"/>
                <a:cs typeface="Archivo"/>
                <a:sym typeface="Archivo"/>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chivo"/>
                <a:ea typeface="Archivo"/>
                <a:cs typeface="Archivo"/>
                <a:sym typeface="Archivo"/>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chivo"/>
                <a:ea typeface="Archivo"/>
                <a:cs typeface="Archivo"/>
                <a:sym typeface="Archivo"/>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chivo"/>
                <a:ea typeface="Archivo"/>
                <a:cs typeface="Archivo"/>
                <a:sym typeface="Archivo"/>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chivo"/>
                <a:ea typeface="Archivo"/>
                <a:cs typeface="Archivo"/>
                <a:sym typeface="Archivo"/>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chivo"/>
                <a:ea typeface="Archivo"/>
                <a:cs typeface="Archivo"/>
                <a:sym typeface="Archivo"/>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
        <p:nvSpPr>
          <p:cNvPr id="506" name="Google Shape;506;p63"/>
          <p:cNvSpPr txBox="1"/>
          <p:nvPr>
            <p:ph idx="1" type="subTitle"/>
          </p:nvPr>
        </p:nvSpPr>
        <p:spPr>
          <a:xfrm>
            <a:off x="4918050" y="3138700"/>
            <a:ext cx="3675900" cy="271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400"/>
              <a:buFont typeface="Archivo SemiBold"/>
              <a:buNone/>
              <a:defRPr>
                <a:latin typeface="Archivo SemiBold"/>
                <a:ea typeface="Archivo SemiBold"/>
                <a:cs typeface="Archivo SemiBold"/>
                <a:sym typeface="Archivo SemiBold"/>
              </a:defRPr>
            </a:lvl1pPr>
            <a:lvl2pPr lvl="1" algn="l">
              <a:lnSpc>
                <a:spcPct val="115000"/>
              </a:lnSpc>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2pPr>
            <a:lvl3pPr lvl="2" algn="l">
              <a:lnSpc>
                <a:spcPct val="115000"/>
              </a:lnSpc>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3pPr>
            <a:lvl4pPr lvl="3" algn="l">
              <a:lnSpc>
                <a:spcPct val="115000"/>
              </a:lnSpc>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4pPr>
            <a:lvl5pPr lvl="4" algn="l">
              <a:lnSpc>
                <a:spcPct val="115000"/>
              </a:lnSpc>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5pPr>
            <a:lvl6pPr lvl="5" algn="l">
              <a:lnSpc>
                <a:spcPct val="115000"/>
              </a:lnSpc>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6pPr>
            <a:lvl7pPr lvl="6" algn="l">
              <a:lnSpc>
                <a:spcPct val="115000"/>
              </a:lnSpc>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7pPr>
            <a:lvl8pPr lvl="7" algn="l">
              <a:lnSpc>
                <a:spcPct val="115000"/>
              </a:lnSpc>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8pPr>
            <a:lvl9pPr lvl="8" algn="l">
              <a:lnSpc>
                <a:spcPct val="115000"/>
              </a:lnSpc>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9pPr>
          </a:lstStyle>
          <a:p/>
        </p:txBody>
      </p:sp>
      <p:sp>
        <p:nvSpPr>
          <p:cNvPr id="507" name="Google Shape;507;p63"/>
          <p:cNvSpPr txBox="1"/>
          <p:nvPr>
            <p:ph idx="2" type="body"/>
          </p:nvPr>
        </p:nvSpPr>
        <p:spPr>
          <a:xfrm>
            <a:off x="4918050" y="3409900"/>
            <a:ext cx="3675900" cy="1233000"/>
          </a:xfrm>
          <a:prstGeom prst="rect">
            <a:avLst/>
          </a:prstGeom>
          <a:noFill/>
          <a:ln>
            <a:noFill/>
          </a:ln>
        </p:spPr>
        <p:txBody>
          <a:bodyPr anchorCtr="0" anchor="t" bIns="0" lIns="0" spcFirstLastPara="1" rIns="0" wrap="square" tIns="137150">
            <a:noAutofit/>
          </a:bodyPr>
          <a:lstStyle>
            <a:lvl1pPr indent="-304800" lvl="0" marL="457200" algn="l">
              <a:lnSpc>
                <a:spcPct val="115000"/>
              </a:lnSpc>
              <a:spcBef>
                <a:spcPts val="0"/>
              </a:spcBef>
              <a:spcAft>
                <a:spcPts val="0"/>
              </a:spcAft>
              <a:buClr>
                <a:schemeClr val="dk1"/>
              </a:buClr>
              <a:buSzPts val="1200"/>
              <a:buFont typeface="Archivo Light"/>
              <a:buChar char="●"/>
              <a:defRPr>
                <a:latin typeface="Archivo Light"/>
                <a:ea typeface="Archivo Light"/>
                <a:cs typeface="Archivo Light"/>
                <a:sym typeface="Archivo Light"/>
              </a:defRPr>
            </a:lvl1pPr>
            <a:lvl2pPr indent="-304800" lvl="1" marL="914400" algn="l">
              <a:lnSpc>
                <a:spcPct val="115000"/>
              </a:lnSpc>
              <a:spcBef>
                <a:spcPts val="800"/>
              </a:spcBef>
              <a:spcAft>
                <a:spcPts val="0"/>
              </a:spcAft>
              <a:buClr>
                <a:schemeClr val="dk1"/>
              </a:buClr>
              <a:buSzPts val="1200"/>
              <a:buFont typeface="Archivo Light"/>
              <a:buChar char="○"/>
              <a:defRPr>
                <a:latin typeface="Archivo Light"/>
                <a:ea typeface="Archivo Light"/>
                <a:cs typeface="Archivo Light"/>
                <a:sym typeface="Archivo Light"/>
              </a:defRPr>
            </a:lvl2pPr>
            <a:lvl3pPr indent="-304800" lvl="2" marL="1371600" algn="l">
              <a:lnSpc>
                <a:spcPct val="115000"/>
              </a:lnSpc>
              <a:spcBef>
                <a:spcPts val="800"/>
              </a:spcBef>
              <a:spcAft>
                <a:spcPts val="0"/>
              </a:spcAft>
              <a:buClr>
                <a:schemeClr val="dk1"/>
              </a:buClr>
              <a:buSzPts val="1200"/>
              <a:buFont typeface="Archivo Light"/>
              <a:buChar char="■"/>
              <a:defRPr>
                <a:latin typeface="Archivo Light"/>
                <a:ea typeface="Archivo Light"/>
                <a:cs typeface="Archivo Light"/>
                <a:sym typeface="Archivo Light"/>
              </a:defRPr>
            </a:lvl3pPr>
            <a:lvl4pPr indent="-304800" lvl="3" marL="1828800" algn="l">
              <a:lnSpc>
                <a:spcPct val="115000"/>
              </a:lnSpc>
              <a:spcBef>
                <a:spcPts val="800"/>
              </a:spcBef>
              <a:spcAft>
                <a:spcPts val="0"/>
              </a:spcAft>
              <a:buClr>
                <a:schemeClr val="dk1"/>
              </a:buClr>
              <a:buSzPts val="1200"/>
              <a:buFont typeface="Archivo Light"/>
              <a:buChar char="●"/>
              <a:defRPr>
                <a:latin typeface="Archivo Light"/>
                <a:ea typeface="Archivo Light"/>
                <a:cs typeface="Archivo Light"/>
                <a:sym typeface="Archivo Light"/>
              </a:defRPr>
            </a:lvl4pPr>
            <a:lvl5pPr indent="-304800" lvl="4" marL="2286000" algn="l">
              <a:lnSpc>
                <a:spcPct val="115000"/>
              </a:lnSpc>
              <a:spcBef>
                <a:spcPts val="800"/>
              </a:spcBef>
              <a:spcAft>
                <a:spcPts val="0"/>
              </a:spcAft>
              <a:buClr>
                <a:schemeClr val="dk1"/>
              </a:buClr>
              <a:buSzPts val="1200"/>
              <a:buFont typeface="Archivo Light"/>
              <a:buChar char="○"/>
              <a:defRPr>
                <a:latin typeface="Archivo Light"/>
                <a:ea typeface="Archivo Light"/>
                <a:cs typeface="Archivo Light"/>
                <a:sym typeface="Archivo Light"/>
              </a:defRPr>
            </a:lvl5pPr>
            <a:lvl6pPr indent="-304800" lvl="5" marL="2743200" algn="l">
              <a:lnSpc>
                <a:spcPct val="115000"/>
              </a:lnSpc>
              <a:spcBef>
                <a:spcPts val="800"/>
              </a:spcBef>
              <a:spcAft>
                <a:spcPts val="0"/>
              </a:spcAft>
              <a:buClr>
                <a:schemeClr val="dk1"/>
              </a:buClr>
              <a:buSzPts val="1200"/>
              <a:buFont typeface="Archivo Light"/>
              <a:buChar char="■"/>
              <a:defRPr>
                <a:latin typeface="Archivo Light"/>
                <a:ea typeface="Archivo Light"/>
                <a:cs typeface="Archivo Light"/>
                <a:sym typeface="Archivo Light"/>
              </a:defRPr>
            </a:lvl6pPr>
            <a:lvl7pPr indent="-304800" lvl="6" marL="3200400" algn="l">
              <a:lnSpc>
                <a:spcPct val="115000"/>
              </a:lnSpc>
              <a:spcBef>
                <a:spcPts val="800"/>
              </a:spcBef>
              <a:spcAft>
                <a:spcPts val="0"/>
              </a:spcAft>
              <a:buClr>
                <a:schemeClr val="dk1"/>
              </a:buClr>
              <a:buSzPts val="1200"/>
              <a:buFont typeface="Archivo Light"/>
              <a:buChar char="●"/>
              <a:defRPr>
                <a:latin typeface="Archivo Light"/>
                <a:ea typeface="Archivo Light"/>
                <a:cs typeface="Archivo Light"/>
                <a:sym typeface="Archivo Light"/>
              </a:defRPr>
            </a:lvl7pPr>
            <a:lvl8pPr indent="-304800" lvl="7" marL="3657600" algn="l">
              <a:lnSpc>
                <a:spcPct val="115000"/>
              </a:lnSpc>
              <a:spcBef>
                <a:spcPts val="800"/>
              </a:spcBef>
              <a:spcAft>
                <a:spcPts val="0"/>
              </a:spcAft>
              <a:buClr>
                <a:schemeClr val="dk1"/>
              </a:buClr>
              <a:buSzPts val="1200"/>
              <a:buFont typeface="Archivo Light"/>
              <a:buChar char="○"/>
              <a:defRPr>
                <a:latin typeface="Archivo Light"/>
                <a:ea typeface="Archivo Light"/>
                <a:cs typeface="Archivo Light"/>
                <a:sym typeface="Archivo Light"/>
              </a:defRPr>
            </a:lvl8pPr>
            <a:lvl9pPr indent="-304800" lvl="8" marL="4114800" algn="l">
              <a:lnSpc>
                <a:spcPct val="115000"/>
              </a:lnSpc>
              <a:spcBef>
                <a:spcPts val="800"/>
              </a:spcBef>
              <a:spcAft>
                <a:spcPts val="800"/>
              </a:spcAft>
              <a:buClr>
                <a:schemeClr val="dk1"/>
              </a:buClr>
              <a:buSzPts val="1200"/>
              <a:buFont typeface="Archivo Light"/>
              <a:buChar char="■"/>
              <a:defRPr>
                <a:latin typeface="Archivo Light"/>
                <a:ea typeface="Archivo Light"/>
                <a:cs typeface="Archivo Light"/>
                <a:sym typeface="Archivo Light"/>
              </a:defRPr>
            </a:lvl9pPr>
          </a:lstStyle>
          <a:p/>
        </p:txBody>
      </p:sp>
      <p:sp>
        <p:nvSpPr>
          <p:cNvPr id="508" name="Google Shape;508;p63"/>
          <p:cNvSpPr/>
          <p:nvPr>
            <p:ph idx="3" type="pic"/>
          </p:nvPr>
        </p:nvSpPr>
        <p:spPr>
          <a:xfrm>
            <a:off x="4637425" y="1066100"/>
            <a:ext cx="4140600" cy="1806600"/>
          </a:xfrm>
          <a:prstGeom prst="roundRect">
            <a:avLst>
              <a:gd fmla="val 14555" name="adj"/>
            </a:avLst>
          </a:prstGeom>
          <a:noFill/>
          <a:ln>
            <a:noFill/>
          </a:ln>
        </p:spPr>
      </p:sp>
      <p:sp>
        <p:nvSpPr>
          <p:cNvPr id="509" name="Google Shape;509;p63"/>
          <p:cNvSpPr txBox="1"/>
          <p:nvPr>
            <p:ph idx="4"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700"/>
              <a:buFont typeface="Archivo"/>
              <a:buNone/>
              <a:defRPr sz="700"/>
            </a:lvl1pPr>
            <a:lvl2pPr lvl="1" algn="l">
              <a:lnSpc>
                <a:spcPct val="115000"/>
              </a:lnSpc>
              <a:spcBef>
                <a:spcPts val="0"/>
              </a:spcBef>
              <a:spcAft>
                <a:spcPts val="0"/>
              </a:spcAft>
              <a:buClr>
                <a:schemeClr val="dk1"/>
              </a:buClr>
              <a:buSzPts val="1400"/>
              <a:buFont typeface="Archivo"/>
              <a:buNone/>
              <a:defRPr>
                <a:solidFill>
                  <a:schemeClr val="dk1"/>
                </a:solidFill>
              </a:defRPr>
            </a:lvl2pPr>
            <a:lvl3pPr lvl="2" algn="l">
              <a:lnSpc>
                <a:spcPct val="115000"/>
              </a:lnSpc>
              <a:spcBef>
                <a:spcPts val="0"/>
              </a:spcBef>
              <a:spcAft>
                <a:spcPts val="0"/>
              </a:spcAft>
              <a:buClr>
                <a:schemeClr val="dk1"/>
              </a:buClr>
              <a:buSzPts val="1400"/>
              <a:buFont typeface="Archivo"/>
              <a:buNone/>
              <a:defRPr>
                <a:solidFill>
                  <a:schemeClr val="dk1"/>
                </a:solidFill>
              </a:defRPr>
            </a:lvl3pPr>
            <a:lvl4pPr lvl="3" algn="l">
              <a:lnSpc>
                <a:spcPct val="115000"/>
              </a:lnSpc>
              <a:spcBef>
                <a:spcPts val="0"/>
              </a:spcBef>
              <a:spcAft>
                <a:spcPts val="0"/>
              </a:spcAft>
              <a:buClr>
                <a:schemeClr val="dk1"/>
              </a:buClr>
              <a:buSzPts val="1400"/>
              <a:buFont typeface="Archivo"/>
              <a:buNone/>
              <a:defRPr>
                <a:solidFill>
                  <a:schemeClr val="dk1"/>
                </a:solidFill>
              </a:defRPr>
            </a:lvl4pPr>
            <a:lvl5pPr lvl="4" algn="l">
              <a:lnSpc>
                <a:spcPct val="115000"/>
              </a:lnSpc>
              <a:spcBef>
                <a:spcPts val="0"/>
              </a:spcBef>
              <a:spcAft>
                <a:spcPts val="0"/>
              </a:spcAft>
              <a:buClr>
                <a:schemeClr val="dk1"/>
              </a:buClr>
              <a:buSzPts val="1400"/>
              <a:buFont typeface="Archivo"/>
              <a:buNone/>
              <a:defRPr>
                <a:solidFill>
                  <a:schemeClr val="dk1"/>
                </a:solidFill>
              </a:defRPr>
            </a:lvl5pPr>
            <a:lvl6pPr lvl="5" algn="l">
              <a:lnSpc>
                <a:spcPct val="115000"/>
              </a:lnSpc>
              <a:spcBef>
                <a:spcPts val="0"/>
              </a:spcBef>
              <a:spcAft>
                <a:spcPts val="0"/>
              </a:spcAft>
              <a:buClr>
                <a:schemeClr val="dk1"/>
              </a:buClr>
              <a:buSzPts val="1400"/>
              <a:buFont typeface="Archivo"/>
              <a:buNone/>
              <a:defRPr>
                <a:solidFill>
                  <a:schemeClr val="dk1"/>
                </a:solidFill>
              </a:defRPr>
            </a:lvl6pPr>
            <a:lvl7pPr lvl="6" algn="l">
              <a:lnSpc>
                <a:spcPct val="115000"/>
              </a:lnSpc>
              <a:spcBef>
                <a:spcPts val="0"/>
              </a:spcBef>
              <a:spcAft>
                <a:spcPts val="0"/>
              </a:spcAft>
              <a:buClr>
                <a:schemeClr val="dk1"/>
              </a:buClr>
              <a:buSzPts val="1400"/>
              <a:buFont typeface="Archivo"/>
              <a:buNone/>
              <a:defRPr>
                <a:solidFill>
                  <a:schemeClr val="dk1"/>
                </a:solidFill>
              </a:defRPr>
            </a:lvl7pPr>
            <a:lvl8pPr lvl="7" algn="l">
              <a:lnSpc>
                <a:spcPct val="115000"/>
              </a:lnSpc>
              <a:spcBef>
                <a:spcPts val="0"/>
              </a:spcBef>
              <a:spcAft>
                <a:spcPts val="0"/>
              </a:spcAft>
              <a:buClr>
                <a:schemeClr val="dk1"/>
              </a:buClr>
              <a:buSzPts val="1400"/>
              <a:buFont typeface="Archivo"/>
              <a:buNone/>
              <a:defRPr>
                <a:solidFill>
                  <a:schemeClr val="dk1"/>
                </a:solidFill>
              </a:defRPr>
            </a:lvl8pPr>
            <a:lvl9pPr lvl="8" algn="l">
              <a:lnSpc>
                <a:spcPct val="115000"/>
              </a:lnSpc>
              <a:spcBef>
                <a:spcPts val="0"/>
              </a:spcBef>
              <a:spcAft>
                <a:spcPts val="0"/>
              </a:spcAft>
              <a:buClr>
                <a:schemeClr val="dk1"/>
              </a:buClr>
              <a:buSzPts val="1400"/>
              <a:buFont typeface="Archivo"/>
              <a:buNone/>
              <a:defRPr>
                <a:solidFill>
                  <a:schemeClr val="dk1"/>
                </a:solidFill>
              </a:defRPr>
            </a:lvl9pPr>
          </a:lstStyle>
          <a:p/>
        </p:txBody>
      </p:sp>
      <p:sp>
        <p:nvSpPr>
          <p:cNvPr id="510" name="Google Shape;510;p63"/>
          <p:cNvSpPr txBox="1"/>
          <p:nvPr>
            <p:ph type="title"/>
          </p:nvPr>
        </p:nvSpPr>
        <p:spPr>
          <a:xfrm>
            <a:off x="361975" y="1066100"/>
            <a:ext cx="4136400" cy="455100"/>
          </a:xfrm>
          <a:prstGeom prst="rect">
            <a:avLst/>
          </a:prstGeom>
          <a:noFill/>
          <a:ln>
            <a:noFill/>
          </a:ln>
        </p:spPr>
        <p:txBody>
          <a:bodyPr anchorCtr="0" anchor="t" bIns="137150" lIns="0" spcFirstLastPara="1" rIns="0" wrap="square" tIns="137150">
            <a:normAutofit/>
          </a:bodyPr>
          <a:lstStyle>
            <a:lvl1pPr lvl="0" algn="l">
              <a:lnSpc>
                <a:spcPct val="100000"/>
              </a:lnSpc>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lgn="l">
              <a:lnSpc>
                <a:spcPct val="100000"/>
              </a:lnSpc>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2pPr>
            <a:lvl3pPr lvl="2" algn="l">
              <a:lnSpc>
                <a:spcPct val="100000"/>
              </a:lnSpc>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3pPr>
            <a:lvl4pPr lvl="3" algn="l">
              <a:lnSpc>
                <a:spcPct val="100000"/>
              </a:lnSpc>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4pPr>
            <a:lvl5pPr lvl="4" algn="l">
              <a:lnSpc>
                <a:spcPct val="100000"/>
              </a:lnSpc>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5pPr>
            <a:lvl6pPr lvl="5" algn="l">
              <a:lnSpc>
                <a:spcPct val="100000"/>
              </a:lnSpc>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6pPr>
            <a:lvl7pPr lvl="6" algn="l">
              <a:lnSpc>
                <a:spcPct val="100000"/>
              </a:lnSpc>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7pPr>
            <a:lvl8pPr lvl="7" algn="l">
              <a:lnSpc>
                <a:spcPct val="100000"/>
              </a:lnSpc>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8pPr>
            <a:lvl9pPr lvl="8" algn="l">
              <a:lnSpc>
                <a:spcPct val="100000"/>
              </a:lnSpc>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9pPr>
          </a:lstStyle>
          <a:p/>
        </p:txBody>
      </p:sp>
      <p:sp>
        <p:nvSpPr>
          <p:cNvPr id="511" name="Google Shape;511;p63"/>
          <p:cNvSpPr txBox="1"/>
          <p:nvPr>
            <p:ph idx="5" type="subTitle"/>
          </p:nvPr>
        </p:nvSpPr>
        <p:spPr>
          <a:xfrm>
            <a:off x="361975" y="552775"/>
            <a:ext cx="4063800" cy="5133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2000"/>
              <a:buFont typeface="Archivo"/>
              <a:buNone/>
              <a:defRPr sz="2000"/>
            </a:lvl1pPr>
            <a:lvl2pPr lvl="1" algn="l">
              <a:lnSpc>
                <a:spcPct val="115000"/>
              </a:lnSpc>
              <a:spcBef>
                <a:spcPts val="0"/>
              </a:spcBef>
              <a:spcAft>
                <a:spcPts val="0"/>
              </a:spcAft>
              <a:buClr>
                <a:schemeClr val="dk1"/>
              </a:buClr>
              <a:buSzPts val="1400"/>
              <a:buFont typeface="Archivo"/>
              <a:buNone/>
              <a:defRPr>
                <a:solidFill>
                  <a:schemeClr val="dk1"/>
                </a:solidFill>
              </a:defRPr>
            </a:lvl2pPr>
            <a:lvl3pPr lvl="2" algn="l">
              <a:lnSpc>
                <a:spcPct val="115000"/>
              </a:lnSpc>
              <a:spcBef>
                <a:spcPts val="0"/>
              </a:spcBef>
              <a:spcAft>
                <a:spcPts val="0"/>
              </a:spcAft>
              <a:buClr>
                <a:schemeClr val="dk1"/>
              </a:buClr>
              <a:buSzPts val="1400"/>
              <a:buFont typeface="Archivo"/>
              <a:buNone/>
              <a:defRPr>
                <a:solidFill>
                  <a:schemeClr val="dk1"/>
                </a:solidFill>
              </a:defRPr>
            </a:lvl3pPr>
            <a:lvl4pPr lvl="3" algn="l">
              <a:lnSpc>
                <a:spcPct val="115000"/>
              </a:lnSpc>
              <a:spcBef>
                <a:spcPts val="0"/>
              </a:spcBef>
              <a:spcAft>
                <a:spcPts val="0"/>
              </a:spcAft>
              <a:buClr>
                <a:schemeClr val="dk1"/>
              </a:buClr>
              <a:buSzPts val="1400"/>
              <a:buFont typeface="Archivo"/>
              <a:buNone/>
              <a:defRPr>
                <a:solidFill>
                  <a:schemeClr val="dk1"/>
                </a:solidFill>
              </a:defRPr>
            </a:lvl4pPr>
            <a:lvl5pPr lvl="4" algn="l">
              <a:lnSpc>
                <a:spcPct val="115000"/>
              </a:lnSpc>
              <a:spcBef>
                <a:spcPts val="0"/>
              </a:spcBef>
              <a:spcAft>
                <a:spcPts val="0"/>
              </a:spcAft>
              <a:buClr>
                <a:schemeClr val="dk1"/>
              </a:buClr>
              <a:buSzPts val="1400"/>
              <a:buFont typeface="Archivo"/>
              <a:buNone/>
              <a:defRPr>
                <a:solidFill>
                  <a:schemeClr val="dk1"/>
                </a:solidFill>
              </a:defRPr>
            </a:lvl5pPr>
            <a:lvl6pPr lvl="5" algn="l">
              <a:lnSpc>
                <a:spcPct val="115000"/>
              </a:lnSpc>
              <a:spcBef>
                <a:spcPts val="0"/>
              </a:spcBef>
              <a:spcAft>
                <a:spcPts val="0"/>
              </a:spcAft>
              <a:buClr>
                <a:schemeClr val="dk1"/>
              </a:buClr>
              <a:buSzPts val="1400"/>
              <a:buFont typeface="Archivo"/>
              <a:buNone/>
              <a:defRPr>
                <a:solidFill>
                  <a:schemeClr val="dk1"/>
                </a:solidFill>
              </a:defRPr>
            </a:lvl6pPr>
            <a:lvl7pPr lvl="6" algn="l">
              <a:lnSpc>
                <a:spcPct val="115000"/>
              </a:lnSpc>
              <a:spcBef>
                <a:spcPts val="0"/>
              </a:spcBef>
              <a:spcAft>
                <a:spcPts val="0"/>
              </a:spcAft>
              <a:buClr>
                <a:schemeClr val="dk1"/>
              </a:buClr>
              <a:buSzPts val="1400"/>
              <a:buFont typeface="Archivo"/>
              <a:buNone/>
              <a:defRPr>
                <a:solidFill>
                  <a:schemeClr val="dk1"/>
                </a:solidFill>
              </a:defRPr>
            </a:lvl7pPr>
            <a:lvl8pPr lvl="7" algn="l">
              <a:lnSpc>
                <a:spcPct val="115000"/>
              </a:lnSpc>
              <a:spcBef>
                <a:spcPts val="0"/>
              </a:spcBef>
              <a:spcAft>
                <a:spcPts val="0"/>
              </a:spcAft>
              <a:buClr>
                <a:schemeClr val="dk1"/>
              </a:buClr>
              <a:buSzPts val="1400"/>
              <a:buFont typeface="Archivo"/>
              <a:buNone/>
              <a:defRPr>
                <a:solidFill>
                  <a:schemeClr val="dk1"/>
                </a:solidFill>
              </a:defRPr>
            </a:lvl8pPr>
            <a:lvl9pPr lvl="8" algn="l">
              <a:lnSpc>
                <a:spcPct val="115000"/>
              </a:lnSpc>
              <a:spcBef>
                <a:spcPts val="0"/>
              </a:spcBef>
              <a:spcAft>
                <a:spcPts val="0"/>
              </a:spcAft>
              <a:buClr>
                <a:schemeClr val="dk1"/>
              </a:buClr>
              <a:buSzPts val="1400"/>
              <a:buFont typeface="Archivo"/>
              <a:buNone/>
              <a:defRPr>
                <a:solidFill>
                  <a:schemeClr val="dk1"/>
                </a:solidFill>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cheme - Alt 5 1">
  <p:cSld name="BLANK_1_1_1_1_1_1_1_1_1_1_1_2_1_1_3_2_1">
    <p:bg>
      <p:bgPr>
        <a:solidFill>
          <a:schemeClr val="lt1"/>
        </a:solidFill>
      </p:bgPr>
    </p:bg>
    <p:spTree>
      <p:nvGrpSpPr>
        <p:cNvPr id="512" name="Shape 512"/>
        <p:cNvGrpSpPr/>
        <p:nvPr/>
      </p:nvGrpSpPr>
      <p:grpSpPr>
        <a:xfrm>
          <a:off x="0" y="0"/>
          <a:ext cx="0" cy="0"/>
          <a:chOff x="0" y="0"/>
          <a:chExt cx="0" cy="0"/>
        </a:xfrm>
      </p:grpSpPr>
      <p:pic>
        <p:nvPicPr>
          <p:cNvPr id="513" name="Google Shape;513;p64"/>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514" name="Google Shape;514;p64"/>
          <p:cNvSpPr txBox="1"/>
          <p:nvPr>
            <p:ph type="title"/>
          </p:nvPr>
        </p:nvSpPr>
        <p:spPr>
          <a:xfrm>
            <a:off x="361975" y="1066100"/>
            <a:ext cx="1983600" cy="1778400"/>
          </a:xfrm>
          <a:prstGeom prst="rect">
            <a:avLst/>
          </a:prstGeom>
          <a:noFill/>
          <a:ln>
            <a:noFill/>
          </a:ln>
        </p:spPr>
        <p:txBody>
          <a:bodyPr anchorCtr="0" anchor="t" bIns="137150" lIns="0" spcFirstLastPara="1" rIns="0" wrap="square" tIns="137150">
            <a:normAutofit/>
          </a:bodyPr>
          <a:lstStyle>
            <a:lvl1pPr lvl="0" algn="l">
              <a:lnSpc>
                <a:spcPct val="100000"/>
              </a:lnSpc>
              <a:spcBef>
                <a:spcPts val="0"/>
              </a:spcBef>
              <a:spcAft>
                <a:spcPts val="0"/>
              </a:spcAft>
              <a:buClr>
                <a:schemeClr val="dk1"/>
              </a:buClr>
              <a:buSzPts val="3000"/>
              <a:buFont typeface="Archivo SemiBold"/>
              <a:buNone/>
              <a:defRPr>
                <a:latin typeface="Archivo SemiBold"/>
                <a:ea typeface="Archivo SemiBold"/>
                <a:cs typeface="Archivo SemiBold"/>
                <a:sym typeface="Archivo SemiBold"/>
              </a:defRPr>
            </a:lvl1pPr>
            <a:lvl2pPr lvl="1" algn="l">
              <a:lnSpc>
                <a:spcPct val="100000"/>
              </a:lnSpc>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2pPr>
            <a:lvl3pPr lvl="2" algn="l">
              <a:lnSpc>
                <a:spcPct val="100000"/>
              </a:lnSpc>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3pPr>
            <a:lvl4pPr lvl="3" algn="l">
              <a:lnSpc>
                <a:spcPct val="100000"/>
              </a:lnSpc>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4pPr>
            <a:lvl5pPr lvl="4" algn="l">
              <a:lnSpc>
                <a:spcPct val="100000"/>
              </a:lnSpc>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5pPr>
            <a:lvl6pPr lvl="5" algn="l">
              <a:lnSpc>
                <a:spcPct val="100000"/>
              </a:lnSpc>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6pPr>
            <a:lvl7pPr lvl="6" algn="l">
              <a:lnSpc>
                <a:spcPct val="100000"/>
              </a:lnSpc>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7pPr>
            <a:lvl8pPr lvl="7" algn="l">
              <a:lnSpc>
                <a:spcPct val="100000"/>
              </a:lnSpc>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8pPr>
            <a:lvl9pPr lvl="8" algn="l">
              <a:lnSpc>
                <a:spcPct val="100000"/>
              </a:lnSpc>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9pPr>
          </a:lstStyle>
          <a:p/>
        </p:txBody>
      </p:sp>
      <p:sp>
        <p:nvSpPr>
          <p:cNvPr id="515" name="Google Shape;515;p64"/>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chivo"/>
                <a:ea typeface="Archivo"/>
                <a:cs typeface="Archivo"/>
                <a:sym typeface="Archivo"/>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chivo"/>
                <a:ea typeface="Archivo"/>
                <a:cs typeface="Archivo"/>
                <a:sym typeface="Archivo"/>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chivo"/>
                <a:ea typeface="Archivo"/>
                <a:cs typeface="Archivo"/>
                <a:sym typeface="Archivo"/>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chivo"/>
                <a:ea typeface="Archivo"/>
                <a:cs typeface="Archivo"/>
                <a:sym typeface="Archivo"/>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chivo"/>
                <a:ea typeface="Archivo"/>
                <a:cs typeface="Archivo"/>
                <a:sym typeface="Archivo"/>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chivo"/>
                <a:ea typeface="Archivo"/>
                <a:cs typeface="Archivo"/>
                <a:sym typeface="Archivo"/>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chivo"/>
                <a:ea typeface="Archivo"/>
                <a:cs typeface="Archivo"/>
                <a:sym typeface="Archivo"/>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chivo"/>
                <a:ea typeface="Archivo"/>
                <a:cs typeface="Archivo"/>
                <a:sym typeface="Archivo"/>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
        <p:nvSpPr>
          <p:cNvPr id="516" name="Google Shape;516;p64"/>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700"/>
              <a:buFont typeface="Archivo"/>
              <a:buNone/>
              <a:defRPr sz="700"/>
            </a:lvl1pPr>
            <a:lvl2pPr lvl="1" algn="l">
              <a:lnSpc>
                <a:spcPct val="115000"/>
              </a:lnSpc>
              <a:spcBef>
                <a:spcPts val="0"/>
              </a:spcBef>
              <a:spcAft>
                <a:spcPts val="0"/>
              </a:spcAft>
              <a:buClr>
                <a:schemeClr val="dk1"/>
              </a:buClr>
              <a:buSzPts val="1400"/>
              <a:buFont typeface="Archivo"/>
              <a:buNone/>
              <a:defRPr>
                <a:solidFill>
                  <a:schemeClr val="dk1"/>
                </a:solidFill>
              </a:defRPr>
            </a:lvl2pPr>
            <a:lvl3pPr lvl="2" algn="l">
              <a:lnSpc>
                <a:spcPct val="115000"/>
              </a:lnSpc>
              <a:spcBef>
                <a:spcPts val="0"/>
              </a:spcBef>
              <a:spcAft>
                <a:spcPts val="0"/>
              </a:spcAft>
              <a:buClr>
                <a:schemeClr val="dk1"/>
              </a:buClr>
              <a:buSzPts val="1400"/>
              <a:buFont typeface="Archivo"/>
              <a:buNone/>
              <a:defRPr>
                <a:solidFill>
                  <a:schemeClr val="dk1"/>
                </a:solidFill>
              </a:defRPr>
            </a:lvl3pPr>
            <a:lvl4pPr lvl="3" algn="l">
              <a:lnSpc>
                <a:spcPct val="115000"/>
              </a:lnSpc>
              <a:spcBef>
                <a:spcPts val="0"/>
              </a:spcBef>
              <a:spcAft>
                <a:spcPts val="0"/>
              </a:spcAft>
              <a:buClr>
                <a:schemeClr val="dk1"/>
              </a:buClr>
              <a:buSzPts val="1400"/>
              <a:buFont typeface="Archivo"/>
              <a:buNone/>
              <a:defRPr>
                <a:solidFill>
                  <a:schemeClr val="dk1"/>
                </a:solidFill>
              </a:defRPr>
            </a:lvl4pPr>
            <a:lvl5pPr lvl="4" algn="l">
              <a:lnSpc>
                <a:spcPct val="115000"/>
              </a:lnSpc>
              <a:spcBef>
                <a:spcPts val="0"/>
              </a:spcBef>
              <a:spcAft>
                <a:spcPts val="0"/>
              </a:spcAft>
              <a:buClr>
                <a:schemeClr val="dk1"/>
              </a:buClr>
              <a:buSzPts val="1400"/>
              <a:buFont typeface="Archivo"/>
              <a:buNone/>
              <a:defRPr>
                <a:solidFill>
                  <a:schemeClr val="dk1"/>
                </a:solidFill>
              </a:defRPr>
            </a:lvl5pPr>
            <a:lvl6pPr lvl="5" algn="l">
              <a:lnSpc>
                <a:spcPct val="115000"/>
              </a:lnSpc>
              <a:spcBef>
                <a:spcPts val="0"/>
              </a:spcBef>
              <a:spcAft>
                <a:spcPts val="0"/>
              </a:spcAft>
              <a:buClr>
                <a:schemeClr val="dk1"/>
              </a:buClr>
              <a:buSzPts val="1400"/>
              <a:buFont typeface="Archivo"/>
              <a:buNone/>
              <a:defRPr>
                <a:solidFill>
                  <a:schemeClr val="dk1"/>
                </a:solidFill>
              </a:defRPr>
            </a:lvl6pPr>
            <a:lvl7pPr lvl="6" algn="l">
              <a:lnSpc>
                <a:spcPct val="115000"/>
              </a:lnSpc>
              <a:spcBef>
                <a:spcPts val="0"/>
              </a:spcBef>
              <a:spcAft>
                <a:spcPts val="0"/>
              </a:spcAft>
              <a:buClr>
                <a:schemeClr val="dk1"/>
              </a:buClr>
              <a:buSzPts val="1400"/>
              <a:buFont typeface="Archivo"/>
              <a:buNone/>
              <a:defRPr>
                <a:solidFill>
                  <a:schemeClr val="dk1"/>
                </a:solidFill>
              </a:defRPr>
            </a:lvl7pPr>
            <a:lvl8pPr lvl="7" algn="l">
              <a:lnSpc>
                <a:spcPct val="115000"/>
              </a:lnSpc>
              <a:spcBef>
                <a:spcPts val="0"/>
              </a:spcBef>
              <a:spcAft>
                <a:spcPts val="0"/>
              </a:spcAft>
              <a:buClr>
                <a:schemeClr val="dk1"/>
              </a:buClr>
              <a:buSzPts val="1400"/>
              <a:buFont typeface="Archivo"/>
              <a:buNone/>
              <a:defRPr>
                <a:solidFill>
                  <a:schemeClr val="dk1"/>
                </a:solidFill>
              </a:defRPr>
            </a:lvl8pPr>
            <a:lvl9pPr lvl="8" algn="l">
              <a:lnSpc>
                <a:spcPct val="115000"/>
              </a:lnSpc>
              <a:spcBef>
                <a:spcPts val="0"/>
              </a:spcBef>
              <a:spcAft>
                <a:spcPts val="0"/>
              </a:spcAft>
              <a:buClr>
                <a:schemeClr val="dk1"/>
              </a:buClr>
              <a:buSzPts val="1400"/>
              <a:buFont typeface="Archivo"/>
              <a:buNone/>
              <a:defRPr>
                <a:solidFill>
                  <a:schemeClr val="dk1"/>
                </a:solidFill>
              </a:defRPr>
            </a:lvl9pPr>
          </a:lstStyle>
          <a:p/>
        </p:txBody>
      </p:sp>
      <p:sp>
        <p:nvSpPr>
          <p:cNvPr id="517" name="Google Shape;517;p64"/>
          <p:cNvSpPr txBox="1"/>
          <p:nvPr>
            <p:ph idx="2" type="subTitle"/>
          </p:nvPr>
        </p:nvSpPr>
        <p:spPr>
          <a:xfrm>
            <a:off x="4823525" y="1231300"/>
            <a:ext cx="1645800" cy="271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lgn="l">
              <a:lnSpc>
                <a:spcPct val="115000"/>
              </a:lnSpc>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lgn="l">
              <a:lnSpc>
                <a:spcPct val="115000"/>
              </a:lnSpc>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lgn="l">
              <a:lnSpc>
                <a:spcPct val="115000"/>
              </a:lnSpc>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lgn="l">
              <a:lnSpc>
                <a:spcPct val="115000"/>
              </a:lnSpc>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lgn="l">
              <a:lnSpc>
                <a:spcPct val="115000"/>
              </a:lnSpc>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lgn="l">
              <a:lnSpc>
                <a:spcPct val="115000"/>
              </a:lnSpc>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lgn="l">
              <a:lnSpc>
                <a:spcPct val="115000"/>
              </a:lnSpc>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lgn="l">
              <a:lnSpc>
                <a:spcPct val="115000"/>
              </a:lnSpc>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518" name="Google Shape;518;p64"/>
          <p:cNvSpPr txBox="1"/>
          <p:nvPr>
            <p:ph idx="3" type="body"/>
          </p:nvPr>
        </p:nvSpPr>
        <p:spPr>
          <a:xfrm>
            <a:off x="4823525" y="1504950"/>
            <a:ext cx="1645800" cy="12306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lgn="l">
              <a:lnSpc>
                <a:spcPct val="115000"/>
              </a:lnSpc>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lgn="l">
              <a:lnSpc>
                <a:spcPct val="115000"/>
              </a:lnSpc>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lgn="l">
              <a:lnSpc>
                <a:spcPct val="115000"/>
              </a:lnSpc>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lgn="l">
              <a:lnSpc>
                <a:spcPct val="115000"/>
              </a:lnSpc>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lgn="l">
              <a:lnSpc>
                <a:spcPct val="115000"/>
              </a:lnSpc>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lgn="l">
              <a:lnSpc>
                <a:spcPct val="115000"/>
              </a:lnSpc>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lgn="l">
              <a:lnSpc>
                <a:spcPct val="115000"/>
              </a:lnSpc>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lgn="l">
              <a:lnSpc>
                <a:spcPct val="115000"/>
              </a:lnSpc>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519" name="Google Shape;519;p64"/>
          <p:cNvSpPr txBox="1"/>
          <p:nvPr>
            <p:ph idx="4" type="subTitle"/>
          </p:nvPr>
        </p:nvSpPr>
        <p:spPr>
          <a:xfrm>
            <a:off x="4823525" y="3138650"/>
            <a:ext cx="1645800" cy="271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lgn="l">
              <a:lnSpc>
                <a:spcPct val="115000"/>
              </a:lnSpc>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lgn="l">
              <a:lnSpc>
                <a:spcPct val="115000"/>
              </a:lnSpc>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lgn="l">
              <a:lnSpc>
                <a:spcPct val="115000"/>
              </a:lnSpc>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lgn="l">
              <a:lnSpc>
                <a:spcPct val="115000"/>
              </a:lnSpc>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lgn="l">
              <a:lnSpc>
                <a:spcPct val="115000"/>
              </a:lnSpc>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lgn="l">
              <a:lnSpc>
                <a:spcPct val="115000"/>
              </a:lnSpc>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lgn="l">
              <a:lnSpc>
                <a:spcPct val="115000"/>
              </a:lnSpc>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lgn="l">
              <a:lnSpc>
                <a:spcPct val="115000"/>
              </a:lnSpc>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520" name="Google Shape;520;p64"/>
          <p:cNvSpPr txBox="1"/>
          <p:nvPr>
            <p:ph idx="5" type="body"/>
          </p:nvPr>
        </p:nvSpPr>
        <p:spPr>
          <a:xfrm>
            <a:off x="4823525" y="3409851"/>
            <a:ext cx="1645800" cy="12330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lgn="l">
              <a:lnSpc>
                <a:spcPct val="115000"/>
              </a:lnSpc>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lgn="l">
              <a:lnSpc>
                <a:spcPct val="115000"/>
              </a:lnSpc>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lgn="l">
              <a:lnSpc>
                <a:spcPct val="115000"/>
              </a:lnSpc>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lgn="l">
              <a:lnSpc>
                <a:spcPct val="115000"/>
              </a:lnSpc>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lgn="l">
              <a:lnSpc>
                <a:spcPct val="115000"/>
              </a:lnSpc>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lgn="l">
              <a:lnSpc>
                <a:spcPct val="115000"/>
              </a:lnSpc>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lgn="l">
              <a:lnSpc>
                <a:spcPct val="115000"/>
              </a:lnSpc>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lgn="l">
              <a:lnSpc>
                <a:spcPct val="115000"/>
              </a:lnSpc>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521" name="Google Shape;521;p64"/>
          <p:cNvSpPr txBox="1"/>
          <p:nvPr>
            <p:ph idx="6" type="subTitle"/>
          </p:nvPr>
        </p:nvSpPr>
        <p:spPr>
          <a:xfrm>
            <a:off x="6948350" y="1231300"/>
            <a:ext cx="1645800" cy="271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lgn="l">
              <a:lnSpc>
                <a:spcPct val="115000"/>
              </a:lnSpc>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lgn="l">
              <a:lnSpc>
                <a:spcPct val="115000"/>
              </a:lnSpc>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lgn="l">
              <a:lnSpc>
                <a:spcPct val="115000"/>
              </a:lnSpc>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lgn="l">
              <a:lnSpc>
                <a:spcPct val="115000"/>
              </a:lnSpc>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lgn="l">
              <a:lnSpc>
                <a:spcPct val="115000"/>
              </a:lnSpc>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lgn="l">
              <a:lnSpc>
                <a:spcPct val="115000"/>
              </a:lnSpc>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lgn="l">
              <a:lnSpc>
                <a:spcPct val="115000"/>
              </a:lnSpc>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lgn="l">
              <a:lnSpc>
                <a:spcPct val="115000"/>
              </a:lnSpc>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522" name="Google Shape;522;p64"/>
          <p:cNvSpPr txBox="1"/>
          <p:nvPr>
            <p:ph idx="7" type="body"/>
          </p:nvPr>
        </p:nvSpPr>
        <p:spPr>
          <a:xfrm>
            <a:off x="6948350" y="1504950"/>
            <a:ext cx="1645800" cy="12306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lgn="l">
              <a:lnSpc>
                <a:spcPct val="115000"/>
              </a:lnSpc>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lgn="l">
              <a:lnSpc>
                <a:spcPct val="115000"/>
              </a:lnSpc>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lgn="l">
              <a:lnSpc>
                <a:spcPct val="115000"/>
              </a:lnSpc>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lgn="l">
              <a:lnSpc>
                <a:spcPct val="115000"/>
              </a:lnSpc>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lgn="l">
              <a:lnSpc>
                <a:spcPct val="115000"/>
              </a:lnSpc>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lgn="l">
              <a:lnSpc>
                <a:spcPct val="115000"/>
              </a:lnSpc>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lgn="l">
              <a:lnSpc>
                <a:spcPct val="115000"/>
              </a:lnSpc>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lgn="l">
              <a:lnSpc>
                <a:spcPct val="115000"/>
              </a:lnSpc>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523" name="Google Shape;523;p64"/>
          <p:cNvSpPr txBox="1"/>
          <p:nvPr>
            <p:ph idx="8" type="subTitle"/>
          </p:nvPr>
        </p:nvSpPr>
        <p:spPr>
          <a:xfrm>
            <a:off x="6948350" y="3138650"/>
            <a:ext cx="1645800" cy="271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lgn="l">
              <a:lnSpc>
                <a:spcPct val="115000"/>
              </a:lnSpc>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lgn="l">
              <a:lnSpc>
                <a:spcPct val="115000"/>
              </a:lnSpc>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lgn="l">
              <a:lnSpc>
                <a:spcPct val="115000"/>
              </a:lnSpc>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lgn="l">
              <a:lnSpc>
                <a:spcPct val="115000"/>
              </a:lnSpc>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lgn="l">
              <a:lnSpc>
                <a:spcPct val="115000"/>
              </a:lnSpc>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lgn="l">
              <a:lnSpc>
                <a:spcPct val="115000"/>
              </a:lnSpc>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lgn="l">
              <a:lnSpc>
                <a:spcPct val="115000"/>
              </a:lnSpc>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lgn="l">
              <a:lnSpc>
                <a:spcPct val="115000"/>
              </a:lnSpc>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524" name="Google Shape;524;p64"/>
          <p:cNvSpPr txBox="1"/>
          <p:nvPr>
            <p:ph idx="9" type="body"/>
          </p:nvPr>
        </p:nvSpPr>
        <p:spPr>
          <a:xfrm>
            <a:off x="6948350" y="3409851"/>
            <a:ext cx="1645800" cy="12330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lgn="l">
              <a:lnSpc>
                <a:spcPct val="115000"/>
              </a:lnSpc>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lgn="l">
              <a:lnSpc>
                <a:spcPct val="115000"/>
              </a:lnSpc>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lgn="l">
              <a:lnSpc>
                <a:spcPct val="115000"/>
              </a:lnSpc>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lgn="l">
              <a:lnSpc>
                <a:spcPct val="115000"/>
              </a:lnSpc>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lgn="l">
              <a:lnSpc>
                <a:spcPct val="115000"/>
              </a:lnSpc>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lgn="l">
              <a:lnSpc>
                <a:spcPct val="115000"/>
              </a:lnSpc>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lgn="l">
              <a:lnSpc>
                <a:spcPct val="115000"/>
              </a:lnSpc>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lgn="l">
              <a:lnSpc>
                <a:spcPct val="115000"/>
              </a:lnSpc>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525" name="Google Shape;525;p64"/>
          <p:cNvSpPr txBox="1"/>
          <p:nvPr>
            <p:ph idx="13" type="subTitle"/>
          </p:nvPr>
        </p:nvSpPr>
        <p:spPr>
          <a:xfrm>
            <a:off x="573875" y="3138650"/>
            <a:ext cx="1645800" cy="271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lgn="l">
              <a:lnSpc>
                <a:spcPct val="115000"/>
              </a:lnSpc>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lgn="l">
              <a:lnSpc>
                <a:spcPct val="115000"/>
              </a:lnSpc>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lgn="l">
              <a:lnSpc>
                <a:spcPct val="115000"/>
              </a:lnSpc>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lgn="l">
              <a:lnSpc>
                <a:spcPct val="115000"/>
              </a:lnSpc>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lgn="l">
              <a:lnSpc>
                <a:spcPct val="115000"/>
              </a:lnSpc>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lgn="l">
              <a:lnSpc>
                <a:spcPct val="115000"/>
              </a:lnSpc>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lgn="l">
              <a:lnSpc>
                <a:spcPct val="115000"/>
              </a:lnSpc>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lgn="l">
              <a:lnSpc>
                <a:spcPct val="115000"/>
              </a:lnSpc>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526" name="Google Shape;526;p64"/>
          <p:cNvSpPr txBox="1"/>
          <p:nvPr>
            <p:ph idx="14" type="body"/>
          </p:nvPr>
        </p:nvSpPr>
        <p:spPr>
          <a:xfrm>
            <a:off x="573875" y="3409851"/>
            <a:ext cx="1645800" cy="12330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lgn="l">
              <a:lnSpc>
                <a:spcPct val="115000"/>
              </a:lnSpc>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lgn="l">
              <a:lnSpc>
                <a:spcPct val="115000"/>
              </a:lnSpc>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lgn="l">
              <a:lnSpc>
                <a:spcPct val="115000"/>
              </a:lnSpc>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lgn="l">
              <a:lnSpc>
                <a:spcPct val="115000"/>
              </a:lnSpc>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lgn="l">
              <a:lnSpc>
                <a:spcPct val="115000"/>
              </a:lnSpc>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lgn="l">
              <a:lnSpc>
                <a:spcPct val="115000"/>
              </a:lnSpc>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lgn="l">
              <a:lnSpc>
                <a:spcPct val="115000"/>
              </a:lnSpc>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lgn="l">
              <a:lnSpc>
                <a:spcPct val="115000"/>
              </a:lnSpc>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527" name="Google Shape;527;p64"/>
          <p:cNvSpPr txBox="1"/>
          <p:nvPr>
            <p:ph idx="15" type="subTitle"/>
          </p:nvPr>
        </p:nvSpPr>
        <p:spPr>
          <a:xfrm>
            <a:off x="2698700" y="3138650"/>
            <a:ext cx="1645800" cy="271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lgn="l">
              <a:lnSpc>
                <a:spcPct val="115000"/>
              </a:lnSpc>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lgn="l">
              <a:lnSpc>
                <a:spcPct val="115000"/>
              </a:lnSpc>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lgn="l">
              <a:lnSpc>
                <a:spcPct val="115000"/>
              </a:lnSpc>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lgn="l">
              <a:lnSpc>
                <a:spcPct val="115000"/>
              </a:lnSpc>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lgn="l">
              <a:lnSpc>
                <a:spcPct val="115000"/>
              </a:lnSpc>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lgn="l">
              <a:lnSpc>
                <a:spcPct val="115000"/>
              </a:lnSpc>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lgn="l">
              <a:lnSpc>
                <a:spcPct val="115000"/>
              </a:lnSpc>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lgn="l">
              <a:lnSpc>
                <a:spcPct val="115000"/>
              </a:lnSpc>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528" name="Google Shape;528;p64"/>
          <p:cNvSpPr txBox="1"/>
          <p:nvPr>
            <p:ph idx="16" type="body"/>
          </p:nvPr>
        </p:nvSpPr>
        <p:spPr>
          <a:xfrm>
            <a:off x="2698700" y="3409851"/>
            <a:ext cx="1645800" cy="12330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lgn="l">
              <a:lnSpc>
                <a:spcPct val="115000"/>
              </a:lnSpc>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lgn="l">
              <a:lnSpc>
                <a:spcPct val="115000"/>
              </a:lnSpc>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lgn="l">
              <a:lnSpc>
                <a:spcPct val="115000"/>
              </a:lnSpc>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lgn="l">
              <a:lnSpc>
                <a:spcPct val="115000"/>
              </a:lnSpc>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lgn="l">
              <a:lnSpc>
                <a:spcPct val="115000"/>
              </a:lnSpc>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lgn="l">
              <a:lnSpc>
                <a:spcPct val="115000"/>
              </a:lnSpc>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lgn="l">
              <a:lnSpc>
                <a:spcPct val="115000"/>
              </a:lnSpc>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lgn="l">
              <a:lnSpc>
                <a:spcPct val="115000"/>
              </a:lnSpc>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529" name="Google Shape;529;p64"/>
          <p:cNvSpPr txBox="1"/>
          <p:nvPr>
            <p:ph idx="17" type="subTitle"/>
          </p:nvPr>
        </p:nvSpPr>
        <p:spPr>
          <a:xfrm>
            <a:off x="2698700" y="1229838"/>
            <a:ext cx="1645800" cy="271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lgn="l">
              <a:lnSpc>
                <a:spcPct val="115000"/>
              </a:lnSpc>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lgn="l">
              <a:lnSpc>
                <a:spcPct val="115000"/>
              </a:lnSpc>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lgn="l">
              <a:lnSpc>
                <a:spcPct val="115000"/>
              </a:lnSpc>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lgn="l">
              <a:lnSpc>
                <a:spcPct val="115000"/>
              </a:lnSpc>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lgn="l">
              <a:lnSpc>
                <a:spcPct val="115000"/>
              </a:lnSpc>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lgn="l">
              <a:lnSpc>
                <a:spcPct val="115000"/>
              </a:lnSpc>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lgn="l">
              <a:lnSpc>
                <a:spcPct val="115000"/>
              </a:lnSpc>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lgn="l">
              <a:lnSpc>
                <a:spcPct val="115000"/>
              </a:lnSpc>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530" name="Google Shape;530;p64"/>
          <p:cNvSpPr txBox="1"/>
          <p:nvPr>
            <p:ph idx="18" type="body"/>
          </p:nvPr>
        </p:nvSpPr>
        <p:spPr>
          <a:xfrm>
            <a:off x="2698700" y="1503488"/>
            <a:ext cx="1645800" cy="12306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lgn="l">
              <a:lnSpc>
                <a:spcPct val="115000"/>
              </a:lnSpc>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lgn="l">
              <a:lnSpc>
                <a:spcPct val="115000"/>
              </a:lnSpc>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lgn="l">
              <a:lnSpc>
                <a:spcPct val="115000"/>
              </a:lnSpc>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lgn="l">
              <a:lnSpc>
                <a:spcPct val="115000"/>
              </a:lnSpc>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lgn="l">
              <a:lnSpc>
                <a:spcPct val="115000"/>
              </a:lnSpc>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lgn="l">
              <a:lnSpc>
                <a:spcPct val="115000"/>
              </a:lnSpc>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lgn="l">
              <a:lnSpc>
                <a:spcPct val="115000"/>
              </a:lnSpc>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lgn="l">
              <a:lnSpc>
                <a:spcPct val="115000"/>
              </a:lnSpc>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531" name="Google Shape;531;p64"/>
          <p:cNvSpPr txBox="1"/>
          <p:nvPr>
            <p:ph idx="19" type="subTitle"/>
          </p:nvPr>
        </p:nvSpPr>
        <p:spPr>
          <a:xfrm>
            <a:off x="361975" y="537642"/>
            <a:ext cx="8367600" cy="318600"/>
          </a:xfrm>
          <a:prstGeom prst="rect">
            <a:avLst/>
          </a:prstGeom>
          <a:noFill/>
          <a:ln>
            <a:noFill/>
          </a:ln>
        </p:spPr>
        <p:txBody>
          <a:bodyPr anchorCtr="0" anchor="b" bIns="0" lIns="0" spcFirstLastPara="1" rIns="0" wrap="square" tIns="0">
            <a:spAutoFit/>
          </a:bodyPr>
          <a:lstStyle>
            <a:lvl1pPr lvl="0" algn="l">
              <a:lnSpc>
                <a:spcPct val="115000"/>
              </a:lnSpc>
              <a:spcBef>
                <a:spcPts val="0"/>
              </a:spcBef>
              <a:spcAft>
                <a:spcPts val="0"/>
              </a:spcAft>
              <a:buClr>
                <a:schemeClr val="dk1"/>
              </a:buClr>
              <a:buSzPts val="2000"/>
              <a:buFont typeface="Archivo"/>
              <a:buNone/>
              <a:defRPr sz="2000"/>
            </a:lvl1pPr>
            <a:lvl2pPr lvl="1" algn="l">
              <a:lnSpc>
                <a:spcPct val="115000"/>
              </a:lnSpc>
              <a:spcBef>
                <a:spcPts val="0"/>
              </a:spcBef>
              <a:spcAft>
                <a:spcPts val="0"/>
              </a:spcAft>
              <a:buClr>
                <a:schemeClr val="dk1"/>
              </a:buClr>
              <a:buSzPts val="1400"/>
              <a:buFont typeface="Archivo"/>
              <a:buNone/>
              <a:defRPr>
                <a:solidFill>
                  <a:schemeClr val="dk1"/>
                </a:solidFill>
              </a:defRPr>
            </a:lvl2pPr>
            <a:lvl3pPr lvl="2" algn="l">
              <a:lnSpc>
                <a:spcPct val="115000"/>
              </a:lnSpc>
              <a:spcBef>
                <a:spcPts val="0"/>
              </a:spcBef>
              <a:spcAft>
                <a:spcPts val="0"/>
              </a:spcAft>
              <a:buClr>
                <a:schemeClr val="dk1"/>
              </a:buClr>
              <a:buSzPts val="1400"/>
              <a:buFont typeface="Archivo"/>
              <a:buNone/>
              <a:defRPr>
                <a:solidFill>
                  <a:schemeClr val="dk1"/>
                </a:solidFill>
              </a:defRPr>
            </a:lvl3pPr>
            <a:lvl4pPr lvl="3" algn="l">
              <a:lnSpc>
                <a:spcPct val="115000"/>
              </a:lnSpc>
              <a:spcBef>
                <a:spcPts val="0"/>
              </a:spcBef>
              <a:spcAft>
                <a:spcPts val="0"/>
              </a:spcAft>
              <a:buClr>
                <a:schemeClr val="dk1"/>
              </a:buClr>
              <a:buSzPts val="1400"/>
              <a:buFont typeface="Archivo"/>
              <a:buNone/>
              <a:defRPr>
                <a:solidFill>
                  <a:schemeClr val="dk1"/>
                </a:solidFill>
              </a:defRPr>
            </a:lvl4pPr>
            <a:lvl5pPr lvl="4" algn="l">
              <a:lnSpc>
                <a:spcPct val="115000"/>
              </a:lnSpc>
              <a:spcBef>
                <a:spcPts val="0"/>
              </a:spcBef>
              <a:spcAft>
                <a:spcPts val="0"/>
              </a:spcAft>
              <a:buClr>
                <a:schemeClr val="dk1"/>
              </a:buClr>
              <a:buSzPts val="1400"/>
              <a:buFont typeface="Archivo"/>
              <a:buNone/>
              <a:defRPr>
                <a:solidFill>
                  <a:schemeClr val="dk1"/>
                </a:solidFill>
              </a:defRPr>
            </a:lvl5pPr>
            <a:lvl6pPr lvl="5" algn="l">
              <a:lnSpc>
                <a:spcPct val="115000"/>
              </a:lnSpc>
              <a:spcBef>
                <a:spcPts val="0"/>
              </a:spcBef>
              <a:spcAft>
                <a:spcPts val="0"/>
              </a:spcAft>
              <a:buClr>
                <a:schemeClr val="dk1"/>
              </a:buClr>
              <a:buSzPts val="1400"/>
              <a:buFont typeface="Archivo"/>
              <a:buNone/>
              <a:defRPr>
                <a:solidFill>
                  <a:schemeClr val="dk1"/>
                </a:solidFill>
              </a:defRPr>
            </a:lvl6pPr>
            <a:lvl7pPr lvl="6" algn="l">
              <a:lnSpc>
                <a:spcPct val="115000"/>
              </a:lnSpc>
              <a:spcBef>
                <a:spcPts val="0"/>
              </a:spcBef>
              <a:spcAft>
                <a:spcPts val="0"/>
              </a:spcAft>
              <a:buClr>
                <a:schemeClr val="dk1"/>
              </a:buClr>
              <a:buSzPts val="1400"/>
              <a:buFont typeface="Archivo"/>
              <a:buNone/>
              <a:defRPr>
                <a:solidFill>
                  <a:schemeClr val="dk1"/>
                </a:solidFill>
              </a:defRPr>
            </a:lvl7pPr>
            <a:lvl8pPr lvl="7" algn="l">
              <a:lnSpc>
                <a:spcPct val="115000"/>
              </a:lnSpc>
              <a:spcBef>
                <a:spcPts val="0"/>
              </a:spcBef>
              <a:spcAft>
                <a:spcPts val="0"/>
              </a:spcAft>
              <a:buClr>
                <a:schemeClr val="dk1"/>
              </a:buClr>
              <a:buSzPts val="1400"/>
              <a:buFont typeface="Archivo"/>
              <a:buNone/>
              <a:defRPr>
                <a:solidFill>
                  <a:schemeClr val="dk1"/>
                </a:solidFill>
              </a:defRPr>
            </a:lvl8pPr>
            <a:lvl9pPr lvl="8" algn="l">
              <a:lnSpc>
                <a:spcPct val="115000"/>
              </a:lnSpc>
              <a:spcBef>
                <a:spcPts val="0"/>
              </a:spcBef>
              <a:spcAft>
                <a:spcPts val="0"/>
              </a:spcAft>
              <a:buClr>
                <a:schemeClr val="dk1"/>
              </a:buClr>
              <a:buSzPts val="1400"/>
              <a:buFont typeface="Archivo"/>
              <a:buNone/>
              <a:defRPr>
                <a:solidFill>
                  <a:schemeClr val="dk1"/>
                </a:solidFill>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cheme - Alt 6 1">
  <p:cSld name="CUSTOM_12_1">
    <p:spTree>
      <p:nvGrpSpPr>
        <p:cNvPr id="532" name="Shape 532"/>
        <p:cNvGrpSpPr/>
        <p:nvPr/>
      </p:nvGrpSpPr>
      <p:grpSpPr>
        <a:xfrm>
          <a:off x="0" y="0"/>
          <a:ext cx="0" cy="0"/>
          <a:chOff x="0" y="0"/>
          <a:chExt cx="0" cy="0"/>
        </a:xfrm>
      </p:grpSpPr>
      <p:pic>
        <p:nvPicPr>
          <p:cNvPr id="533" name="Google Shape;533;p65"/>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534" name="Google Shape;534;p65"/>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chivo"/>
                <a:ea typeface="Archivo"/>
                <a:cs typeface="Archivo"/>
                <a:sym typeface="Archivo"/>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chivo"/>
                <a:ea typeface="Archivo"/>
                <a:cs typeface="Archivo"/>
                <a:sym typeface="Archivo"/>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chivo"/>
                <a:ea typeface="Archivo"/>
                <a:cs typeface="Archivo"/>
                <a:sym typeface="Archivo"/>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chivo"/>
                <a:ea typeface="Archivo"/>
                <a:cs typeface="Archivo"/>
                <a:sym typeface="Archivo"/>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chivo"/>
                <a:ea typeface="Archivo"/>
                <a:cs typeface="Archivo"/>
                <a:sym typeface="Archivo"/>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chivo"/>
                <a:ea typeface="Archivo"/>
                <a:cs typeface="Archivo"/>
                <a:sym typeface="Archivo"/>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chivo"/>
                <a:ea typeface="Archivo"/>
                <a:cs typeface="Archivo"/>
                <a:sym typeface="Archivo"/>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chivo"/>
                <a:ea typeface="Archivo"/>
                <a:cs typeface="Archivo"/>
                <a:sym typeface="Archivo"/>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
        <p:nvSpPr>
          <p:cNvPr id="535" name="Google Shape;535;p65"/>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700"/>
              <a:buFont typeface="Archivo"/>
              <a:buNone/>
              <a:defRPr sz="700"/>
            </a:lvl1pPr>
            <a:lvl2pPr lvl="1" algn="l">
              <a:lnSpc>
                <a:spcPct val="115000"/>
              </a:lnSpc>
              <a:spcBef>
                <a:spcPts val="0"/>
              </a:spcBef>
              <a:spcAft>
                <a:spcPts val="0"/>
              </a:spcAft>
              <a:buClr>
                <a:schemeClr val="dk1"/>
              </a:buClr>
              <a:buSzPts val="1400"/>
              <a:buFont typeface="Archivo"/>
              <a:buNone/>
              <a:defRPr>
                <a:solidFill>
                  <a:schemeClr val="dk1"/>
                </a:solidFill>
              </a:defRPr>
            </a:lvl2pPr>
            <a:lvl3pPr lvl="2" algn="l">
              <a:lnSpc>
                <a:spcPct val="115000"/>
              </a:lnSpc>
              <a:spcBef>
                <a:spcPts val="0"/>
              </a:spcBef>
              <a:spcAft>
                <a:spcPts val="0"/>
              </a:spcAft>
              <a:buClr>
                <a:schemeClr val="dk1"/>
              </a:buClr>
              <a:buSzPts val="1400"/>
              <a:buFont typeface="Archivo"/>
              <a:buNone/>
              <a:defRPr>
                <a:solidFill>
                  <a:schemeClr val="dk1"/>
                </a:solidFill>
              </a:defRPr>
            </a:lvl3pPr>
            <a:lvl4pPr lvl="3" algn="l">
              <a:lnSpc>
                <a:spcPct val="115000"/>
              </a:lnSpc>
              <a:spcBef>
                <a:spcPts val="0"/>
              </a:spcBef>
              <a:spcAft>
                <a:spcPts val="0"/>
              </a:spcAft>
              <a:buClr>
                <a:schemeClr val="dk1"/>
              </a:buClr>
              <a:buSzPts val="1400"/>
              <a:buFont typeface="Archivo"/>
              <a:buNone/>
              <a:defRPr>
                <a:solidFill>
                  <a:schemeClr val="dk1"/>
                </a:solidFill>
              </a:defRPr>
            </a:lvl4pPr>
            <a:lvl5pPr lvl="4" algn="l">
              <a:lnSpc>
                <a:spcPct val="115000"/>
              </a:lnSpc>
              <a:spcBef>
                <a:spcPts val="0"/>
              </a:spcBef>
              <a:spcAft>
                <a:spcPts val="0"/>
              </a:spcAft>
              <a:buClr>
                <a:schemeClr val="dk1"/>
              </a:buClr>
              <a:buSzPts val="1400"/>
              <a:buFont typeface="Archivo"/>
              <a:buNone/>
              <a:defRPr>
                <a:solidFill>
                  <a:schemeClr val="dk1"/>
                </a:solidFill>
              </a:defRPr>
            </a:lvl5pPr>
            <a:lvl6pPr lvl="5" algn="l">
              <a:lnSpc>
                <a:spcPct val="115000"/>
              </a:lnSpc>
              <a:spcBef>
                <a:spcPts val="0"/>
              </a:spcBef>
              <a:spcAft>
                <a:spcPts val="0"/>
              </a:spcAft>
              <a:buClr>
                <a:schemeClr val="dk1"/>
              </a:buClr>
              <a:buSzPts val="1400"/>
              <a:buFont typeface="Archivo"/>
              <a:buNone/>
              <a:defRPr>
                <a:solidFill>
                  <a:schemeClr val="dk1"/>
                </a:solidFill>
              </a:defRPr>
            </a:lvl6pPr>
            <a:lvl7pPr lvl="6" algn="l">
              <a:lnSpc>
                <a:spcPct val="115000"/>
              </a:lnSpc>
              <a:spcBef>
                <a:spcPts val="0"/>
              </a:spcBef>
              <a:spcAft>
                <a:spcPts val="0"/>
              </a:spcAft>
              <a:buClr>
                <a:schemeClr val="dk1"/>
              </a:buClr>
              <a:buSzPts val="1400"/>
              <a:buFont typeface="Archivo"/>
              <a:buNone/>
              <a:defRPr>
                <a:solidFill>
                  <a:schemeClr val="dk1"/>
                </a:solidFill>
              </a:defRPr>
            </a:lvl7pPr>
            <a:lvl8pPr lvl="7" algn="l">
              <a:lnSpc>
                <a:spcPct val="115000"/>
              </a:lnSpc>
              <a:spcBef>
                <a:spcPts val="0"/>
              </a:spcBef>
              <a:spcAft>
                <a:spcPts val="0"/>
              </a:spcAft>
              <a:buClr>
                <a:schemeClr val="dk1"/>
              </a:buClr>
              <a:buSzPts val="1400"/>
              <a:buFont typeface="Archivo"/>
              <a:buNone/>
              <a:defRPr>
                <a:solidFill>
                  <a:schemeClr val="dk1"/>
                </a:solidFill>
              </a:defRPr>
            </a:lvl8pPr>
            <a:lvl9pPr lvl="8" algn="l">
              <a:lnSpc>
                <a:spcPct val="115000"/>
              </a:lnSpc>
              <a:spcBef>
                <a:spcPts val="0"/>
              </a:spcBef>
              <a:spcAft>
                <a:spcPts val="0"/>
              </a:spcAft>
              <a:buClr>
                <a:schemeClr val="dk1"/>
              </a:buClr>
              <a:buSzPts val="1400"/>
              <a:buFont typeface="Archivo"/>
              <a:buNone/>
              <a:defRPr>
                <a:solidFill>
                  <a:schemeClr val="dk1"/>
                </a:solidFill>
              </a:defRPr>
            </a:lvl9pPr>
          </a:lstStyle>
          <a:p/>
        </p:txBody>
      </p:sp>
      <p:sp>
        <p:nvSpPr>
          <p:cNvPr id="536" name="Google Shape;536;p65"/>
          <p:cNvSpPr txBox="1"/>
          <p:nvPr>
            <p:ph idx="2" type="body"/>
          </p:nvPr>
        </p:nvSpPr>
        <p:spPr>
          <a:xfrm>
            <a:off x="5659300" y="3764525"/>
            <a:ext cx="2931300" cy="8856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lgn="l">
              <a:lnSpc>
                <a:spcPct val="115000"/>
              </a:lnSpc>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lgn="l">
              <a:lnSpc>
                <a:spcPct val="115000"/>
              </a:lnSpc>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lgn="l">
              <a:lnSpc>
                <a:spcPct val="115000"/>
              </a:lnSpc>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lgn="l">
              <a:lnSpc>
                <a:spcPct val="115000"/>
              </a:lnSpc>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lgn="l">
              <a:lnSpc>
                <a:spcPct val="115000"/>
              </a:lnSpc>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lgn="l">
              <a:lnSpc>
                <a:spcPct val="115000"/>
              </a:lnSpc>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lgn="l">
              <a:lnSpc>
                <a:spcPct val="115000"/>
              </a:lnSpc>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lgn="l">
              <a:lnSpc>
                <a:spcPct val="115000"/>
              </a:lnSpc>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537" name="Google Shape;537;p65"/>
          <p:cNvSpPr txBox="1"/>
          <p:nvPr>
            <p:ph idx="3" type="body"/>
          </p:nvPr>
        </p:nvSpPr>
        <p:spPr>
          <a:xfrm>
            <a:off x="5659350" y="1715800"/>
            <a:ext cx="2931300" cy="4554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lgn="l">
              <a:lnSpc>
                <a:spcPct val="115000"/>
              </a:lnSpc>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lgn="l">
              <a:lnSpc>
                <a:spcPct val="115000"/>
              </a:lnSpc>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lgn="l">
              <a:lnSpc>
                <a:spcPct val="115000"/>
              </a:lnSpc>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lgn="l">
              <a:lnSpc>
                <a:spcPct val="115000"/>
              </a:lnSpc>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lgn="l">
              <a:lnSpc>
                <a:spcPct val="115000"/>
              </a:lnSpc>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lgn="l">
              <a:lnSpc>
                <a:spcPct val="115000"/>
              </a:lnSpc>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lgn="l">
              <a:lnSpc>
                <a:spcPct val="115000"/>
              </a:lnSpc>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lgn="l">
              <a:lnSpc>
                <a:spcPct val="115000"/>
              </a:lnSpc>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538" name="Google Shape;538;p65"/>
          <p:cNvSpPr txBox="1"/>
          <p:nvPr>
            <p:ph idx="4" type="subTitle"/>
          </p:nvPr>
        </p:nvSpPr>
        <p:spPr>
          <a:xfrm>
            <a:off x="5659350" y="1162000"/>
            <a:ext cx="2931300" cy="5538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3000"/>
              <a:buFont typeface="Archivo Light"/>
              <a:buNone/>
              <a:defRPr sz="3000">
                <a:latin typeface="Archivo Light"/>
                <a:ea typeface="Archivo Light"/>
                <a:cs typeface="Archivo Light"/>
                <a:sym typeface="Archivo Light"/>
              </a:defRPr>
            </a:lvl1pPr>
            <a:lvl2pPr lvl="1" algn="l">
              <a:lnSpc>
                <a:spcPct val="115000"/>
              </a:lnSpc>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2pPr>
            <a:lvl3pPr lvl="2" algn="l">
              <a:lnSpc>
                <a:spcPct val="115000"/>
              </a:lnSpc>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3pPr>
            <a:lvl4pPr lvl="3" algn="l">
              <a:lnSpc>
                <a:spcPct val="115000"/>
              </a:lnSpc>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4pPr>
            <a:lvl5pPr lvl="4" algn="l">
              <a:lnSpc>
                <a:spcPct val="115000"/>
              </a:lnSpc>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5pPr>
            <a:lvl6pPr lvl="5" algn="l">
              <a:lnSpc>
                <a:spcPct val="115000"/>
              </a:lnSpc>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6pPr>
            <a:lvl7pPr lvl="6" algn="l">
              <a:lnSpc>
                <a:spcPct val="115000"/>
              </a:lnSpc>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7pPr>
            <a:lvl8pPr lvl="7" algn="l">
              <a:lnSpc>
                <a:spcPct val="115000"/>
              </a:lnSpc>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8pPr>
            <a:lvl9pPr lvl="8" algn="l">
              <a:lnSpc>
                <a:spcPct val="115000"/>
              </a:lnSpc>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9pPr>
          </a:lstStyle>
          <a:p/>
        </p:txBody>
      </p:sp>
      <p:sp>
        <p:nvSpPr>
          <p:cNvPr id="539" name="Google Shape;539;p65"/>
          <p:cNvSpPr txBox="1"/>
          <p:nvPr>
            <p:ph idx="5" type="body"/>
          </p:nvPr>
        </p:nvSpPr>
        <p:spPr>
          <a:xfrm>
            <a:off x="5659350" y="2986225"/>
            <a:ext cx="2931300" cy="4554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lgn="l">
              <a:lnSpc>
                <a:spcPct val="115000"/>
              </a:lnSpc>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lgn="l">
              <a:lnSpc>
                <a:spcPct val="115000"/>
              </a:lnSpc>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lgn="l">
              <a:lnSpc>
                <a:spcPct val="115000"/>
              </a:lnSpc>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lgn="l">
              <a:lnSpc>
                <a:spcPct val="115000"/>
              </a:lnSpc>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lgn="l">
              <a:lnSpc>
                <a:spcPct val="115000"/>
              </a:lnSpc>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lgn="l">
              <a:lnSpc>
                <a:spcPct val="115000"/>
              </a:lnSpc>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lgn="l">
              <a:lnSpc>
                <a:spcPct val="115000"/>
              </a:lnSpc>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lgn="l">
              <a:lnSpc>
                <a:spcPct val="115000"/>
              </a:lnSpc>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540" name="Google Shape;540;p65"/>
          <p:cNvSpPr txBox="1"/>
          <p:nvPr>
            <p:ph idx="6" type="subTitle"/>
          </p:nvPr>
        </p:nvSpPr>
        <p:spPr>
          <a:xfrm>
            <a:off x="5659350" y="2432425"/>
            <a:ext cx="2931300" cy="5538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3000"/>
              <a:buFont typeface="Archivo Light"/>
              <a:buNone/>
              <a:defRPr sz="3000">
                <a:latin typeface="Archivo Light"/>
                <a:ea typeface="Archivo Light"/>
                <a:cs typeface="Archivo Light"/>
                <a:sym typeface="Archivo Light"/>
              </a:defRPr>
            </a:lvl1pPr>
            <a:lvl2pPr lvl="1" algn="l">
              <a:lnSpc>
                <a:spcPct val="115000"/>
              </a:lnSpc>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2pPr>
            <a:lvl3pPr lvl="2" algn="l">
              <a:lnSpc>
                <a:spcPct val="115000"/>
              </a:lnSpc>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3pPr>
            <a:lvl4pPr lvl="3" algn="l">
              <a:lnSpc>
                <a:spcPct val="115000"/>
              </a:lnSpc>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4pPr>
            <a:lvl5pPr lvl="4" algn="l">
              <a:lnSpc>
                <a:spcPct val="115000"/>
              </a:lnSpc>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5pPr>
            <a:lvl6pPr lvl="5" algn="l">
              <a:lnSpc>
                <a:spcPct val="115000"/>
              </a:lnSpc>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6pPr>
            <a:lvl7pPr lvl="6" algn="l">
              <a:lnSpc>
                <a:spcPct val="115000"/>
              </a:lnSpc>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7pPr>
            <a:lvl8pPr lvl="7" algn="l">
              <a:lnSpc>
                <a:spcPct val="115000"/>
              </a:lnSpc>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8pPr>
            <a:lvl9pPr lvl="8" algn="l">
              <a:lnSpc>
                <a:spcPct val="115000"/>
              </a:lnSpc>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9pPr>
          </a:lstStyle>
          <a:p/>
        </p:txBody>
      </p:sp>
      <p:sp>
        <p:nvSpPr>
          <p:cNvPr id="541" name="Google Shape;541;p65"/>
          <p:cNvSpPr txBox="1"/>
          <p:nvPr>
            <p:ph idx="7" type="subTitle"/>
          </p:nvPr>
        </p:nvSpPr>
        <p:spPr>
          <a:xfrm>
            <a:off x="361975" y="539900"/>
            <a:ext cx="8367600" cy="318600"/>
          </a:xfrm>
          <a:prstGeom prst="rect">
            <a:avLst/>
          </a:prstGeom>
          <a:noFill/>
          <a:ln>
            <a:noFill/>
          </a:ln>
        </p:spPr>
        <p:txBody>
          <a:bodyPr anchorCtr="0" anchor="b" bIns="0" lIns="0" spcFirstLastPara="1" rIns="0" wrap="square" tIns="0">
            <a:spAutoFit/>
          </a:bodyPr>
          <a:lstStyle>
            <a:lvl1pPr lvl="0" algn="l">
              <a:lnSpc>
                <a:spcPct val="115000"/>
              </a:lnSpc>
              <a:spcBef>
                <a:spcPts val="0"/>
              </a:spcBef>
              <a:spcAft>
                <a:spcPts val="0"/>
              </a:spcAft>
              <a:buClr>
                <a:schemeClr val="dk1"/>
              </a:buClr>
              <a:buSzPts val="2000"/>
              <a:buFont typeface="Archivo"/>
              <a:buNone/>
              <a:defRPr sz="2000"/>
            </a:lvl1pPr>
            <a:lvl2pPr lvl="1" algn="l">
              <a:lnSpc>
                <a:spcPct val="115000"/>
              </a:lnSpc>
              <a:spcBef>
                <a:spcPts val="0"/>
              </a:spcBef>
              <a:spcAft>
                <a:spcPts val="0"/>
              </a:spcAft>
              <a:buClr>
                <a:schemeClr val="dk1"/>
              </a:buClr>
              <a:buSzPts val="1400"/>
              <a:buFont typeface="Archivo"/>
              <a:buNone/>
              <a:defRPr>
                <a:solidFill>
                  <a:schemeClr val="dk1"/>
                </a:solidFill>
              </a:defRPr>
            </a:lvl2pPr>
            <a:lvl3pPr lvl="2" algn="l">
              <a:lnSpc>
                <a:spcPct val="115000"/>
              </a:lnSpc>
              <a:spcBef>
                <a:spcPts val="0"/>
              </a:spcBef>
              <a:spcAft>
                <a:spcPts val="0"/>
              </a:spcAft>
              <a:buClr>
                <a:schemeClr val="dk1"/>
              </a:buClr>
              <a:buSzPts val="1400"/>
              <a:buFont typeface="Archivo"/>
              <a:buNone/>
              <a:defRPr>
                <a:solidFill>
                  <a:schemeClr val="dk1"/>
                </a:solidFill>
              </a:defRPr>
            </a:lvl3pPr>
            <a:lvl4pPr lvl="3" algn="l">
              <a:lnSpc>
                <a:spcPct val="115000"/>
              </a:lnSpc>
              <a:spcBef>
                <a:spcPts val="0"/>
              </a:spcBef>
              <a:spcAft>
                <a:spcPts val="0"/>
              </a:spcAft>
              <a:buClr>
                <a:schemeClr val="dk1"/>
              </a:buClr>
              <a:buSzPts val="1400"/>
              <a:buFont typeface="Archivo"/>
              <a:buNone/>
              <a:defRPr>
                <a:solidFill>
                  <a:schemeClr val="dk1"/>
                </a:solidFill>
              </a:defRPr>
            </a:lvl4pPr>
            <a:lvl5pPr lvl="4" algn="l">
              <a:lnSpc>
                <a:spcPct val="115000"/>
              </a:lnSpc>
              <a:spcBef>
                <a:spcPts val="0"/>
              </a:spcBef>
              <a:spcAft>
                <a:spcPts val="0"/>
              </a:spcAft>
              <a:buClr>
                <a:schemeClr val="dk1"/>
              </a:buClr>
              <a:buSzPts val="1400"/>
              <a:buFont typeface="Archivo"/>
              <a:buNone/>
              <a:defRPr>
                <a:solidFill>
                  <a:schemeClr val="dk1"/>
                </a:solidFill>
              </a:defRPr>
            </a:lvl5pPr>
            <a:lvl6pPr lvl="5" algn="l">
              <a:lnSpc>
                <a:spcPct val="115000"/>
              </a:lnSpc>
              <a:spcBef>
                <a:spcPts val="0"/>
              </a:spcBef>
              <a:spcAft>
                <a:spcPts val="0"/>
              </a:spcAft>
              <a:buClr>
                <a:schemeClr val="dk1"/>
              </a:buClr>
              <a:buSzPts val="1400"/>
              <a:buFont typeface="Archivo"/>
              <a:buNone/>
              <a:defRPr>
                <a:solidFill>
                  <a:schemeClr val="dk1"/>
                </a:solidFill>
              </a:defRPr>
            </a:lvl6pPr>
            <a:lvl7pPr lvl="6" algn="l">
              <a:lnSpc>
                <a:spcPct val="115000"/>
              </a:lnSpc>
              <a:spcBef>
                <a:spcPts val="0"/>
              </a:spcBef>
              <a:spcAft>
                <a:spcPts val="0"/>
              </a:spcAft>
              <a:buClr>
                <a:schemeClr val="dk1"/>
              </a:buClr>
              <a:buSzPts val="1400"/>
              <a:buFont typeface="Archivo"/>
              <a:buNone/>
              <a:defRPr>
                <a:solidFill>
                  <a:schemeClr val="dk1"/>
                </a:solidFill>
              </a:defRPr>
            </a:lvl7pPr>
            <a:lvl8pPr lvl="7" algn="l">
              <a:lnSpc>
                <a:spcPct val="115000"/>
              </a:lnSpc>
              <a:spcBef>
                <a:spcPts val="0"/>
              </a:spcBef>
              <a:spcAft>
                <a:spcPts val="0"/>
              </a:spcAft>
              <a:buClr>
                <a:schemeClr val="dk1"/>
              </a:buClr>
              <a:buSzPts val="1400"/>
              <a:buFont typeface="Archivo"/>
              <a:buNone/>
              <a:defRPr>
                <a:solidFill>
                  <a:schemeClr val="dk1"/>
                </a:solidFill>
              </a:defRPr>
            </a:lvl8pPr>
            <a:lvl9pPr lvl="8" algn="l">
              <a:lnSpc>
                <a:spcPct val="115000"/>
              </a:lnSpc>
              <a:spcBef>
                <a:spcPts val="0"/>
              </a:spcBef>
              <a:spcAft>
                <a:spcPts val="0"/>
              </a:spcAft>
              <a:buClr>
                <a:schemeClr val="dk1"/>
              </a:buClr>
              <a:buSzPts val="1400"/>
              <a:buFont typeface="Archivo"/>
              <a:buNone/>
              <a:defRPr>
                <a:solidFill>
                  <a:schemeClr val="dk1"/>
                </a:solidFil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0.xml"/><Relationship Id="rId42" Type="http://schemas.openxmlformats.org/officeDocument/2006/relationships/slideLayout" Target="../slideLayouts/slideLayout52.xml"/><Relationship Id="rId41" Type="http://schemas.openxmlformats.org/officeDocument/2006/relationships/slideLayout" Target="../slideLayouts/slideLayout51.xml"/><Relationship Id="rId44" Type="http://schemas.openxmlformats.org/officeDocument/2006/relationships/slideLayout" Target="../slideLayouts/slideLayout54.xml"/><Relationship Id="rId43" Type="http://schemas.openxmlformats.org/officeDocument/2006/relationships/slideLayout" Target="../slideLayouts/slideLayout53.xml"/><Relationship Id="rId46" Type="http://schemas.openxmlformats.org/officeDocument/2006/relationships/slideLayout" Target="../slideLayouts/slideLayout56.xml"/><Relationship Id="rId45" Type="http://schemas.openxmlformats.org/officeDocument/2006/relationships/slideLayout" Target="../slideLayouts/slideLayout55.xml"/><Relationship Id="rId1" Type="http://schemas.openxmlformats.org/officeDocument/2006/relationships/image" Target="../media/image1.pn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48" Type="http://schemas.openxmlformats.org/officeDocument/2006/relationships/slideLayout" Target="../slideLayouts/slideLayout58.xml"/><Relationship Id="rId47" Type="http://schemas.openxmlformats.org/officeDocument/2006/relationships/slideLayout" Target="../slideLayouts/slideLayout57.xml"/><Relationship Id="rId49" Type="http://schemas.openxmlformats.org/officeDocument/2006/relationships/slideLayout" Target="../slideLayouts/slideLayout5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 Id="rId31" Type="http://schemas.openxmlformats.org/officeDocument/2006/relationships/slideLayout" Target="../slideLayouts/slideLayout41.xml"/><Relationship Id="rId30" Type="http://schemas.openxmlformats.org/officeDocument/2006/relationships/slideLayout" Target="../slideLayouts/slideLayout40.xml"/><Relationship Id="rId33" Type="http://schemas.openxmlformats.org/officeDocument/2006/relationships/slideLayout" Target="../slideLayouts/slideLayout43.xml"/><Relationship Id="rId32" Type="http://schemas.openxmlformats.org/officeDocument/2006/relationships/slideLayout" Target="../slideLayouts/slideLayout42.xml"/><Relationship Id="rId35" Type="http://schemas.openxmlformats.org/officeDocument/2006/relationships/slideLayout" Target="../slideLayouts/slideLayout45.xml"/><Relationship Id="rId34" Type="http://schemas.openxmlformats.org/officeDocument/2006/relationships/slideLayout" Target="../slideLayouts/slideLayout44.xml"/><Relationship Id="rId37" Type="http://schemas.openxmlformats.org/officeDocument/2006/relationships/slideLayout" Target="../slideLayouts/slideLayout47.xml"/><Relationship Id="rId36" Type="http://schemas.openxmlformats.org/officeDocument/2006/relationships/slideLayout" Target="../slideLayouts/slideLayout46.xml"/><Relationship Id="rId39" Type="http://schemas.openxmlformats.org/officeDocument/2006/relationships/slideLayout" Target="../slideLayouts/slideLayout49.xml"/><Relationship Id="rId38" Type="http://schemas.openxmlformats.org/officeDocument/2006/relationships/slideLayout" Target="../slideLayouts/slideLayout48.xml"/><Relationship Id="rId20" Type="http://schemas.openxmlformats.org/officeDocument/2006/relationships/slideLayout" Target="../slideLayouts/slideLayout30.xml"/><Relationship Id="rId22" Type="http://schemas.openxmlformats.org/officeDocument/2006/relationships/slideLayout" Target="../slideLayouts/slideLayout32.xml"/><Relationship Id="rId21" Type="http://schemas.openxmlformats.org/officeDocument/2006/relationships/slideLayout" Target="../slideLayouts/slideLayout31.xml"/><Relationship Id="rId24" Type="http://schemas.openxmlformats.org/officeDocument/2006/relationships/slideLayout" Target="../slideLayouts/slideLayout34.xml"/><Relationship Id="rId23" Type="http://schemas.openxmlformats.org/officeDocument/2006/relationships/slideLayout" Target="../slideLayouts/slideLayout33.xml"/><Relationship Id="rId26" Type="http://schemas.openxmlformats.org/officeDocument/2006/relationships/slideLayout" Target="../slideLayouts/slideLayout36.xml"/><Relationship Id="rId25" Type="http://schemas.openxmlformats.org/officeDocument/2006/relationships/slideLayout" Target="../slideLayouts/slideLayout35.xml"/><Relationship Id="rId28" Type="http://schemas.openxmlformats.org/officeDocument/2006/relationships/slideLayout" Target="../slideLayouts/slideLayout38.xml"/><Relationship Id="rId27" Type="http://schemas.openxmlformats.org/officeDocument/2006/relationships/slideLayout" Target="../slideLayouts/slideLayout37.xml"/><Relationship Id="rId29" Type="http://schemas.openxmlformats.org/officeDocument/2006/relationships/slideLayout" Target="../slideLayouts/slideLayout39.xml"/><Relationship Id="rId51" Type="http://schemas.openxmlformats.org/officeDocument/2006/relationships/slideLayout" Target="../slideLayouts/slideLayout61.xml"/><Relationship Id="rId50" Type="http://schemas.openxmlformats.org/officeDocument/2006/relationships/slideLayout" Target="../slideLayouts/slideLayout60.xml"/><Relationship Id="rId53" Type="http://schemas.openxmlformats.org/officeDocument/2006/relationships/slideLayout" Target="../slideLayouts/slideLayout63.xml"/><Relationship Id="rId52" Type="http://schemas.openxmlformats.org/officeDocument/2006/relationships/slideLayout" Target="../slideLayouts/slideLayout62.xml"/><Relationship Id="rId11" Type="http://schemas.openxmlformats.org/officeDocument/2006/relationships/slideLayout" Target="../slideLayouts/slideLayout21.xml"/><Relationship Id="rId10" Type="http://schemas.openxmlformats.org/officeDocument/2006/relationships/slideLayout" Target="../slideLayouts/slideLayout20.xml"/><Relationship Id="rId54" Type="http://schemas.openxmlformats.org/officeDocument/2006/relationships/theme" Target="../theme/theme2.xml"/><Relationship Id="rId13" Type="http://schemas.openxmlformats.org/officeDocument/2006/relationships/slideLayout" Target="../slideLayouts/slideLayout23.xml"/><Relationship Id="rId12" Type="http://schemas.openxmlformats.org/officeDocument/2006/relationships/slideLayout" Target="../slideLayouts/slideLayout22.xml"/><Relationship Id="rId15" Type="http://schemas.openxmlformats.org/officeDocument/2006/relationships/slideLayout" Target="../slideLayouts/slideLayout25.xml"/><Relationship Id="rId14" Type="http://schemas.openxmlformats.org/officeDocument/2006/relationships/slideLayout" Target="../slideLayouts/slideLayout24.xml"/><Relationship Id="rId17" Type="http://schemas.openxmlformats.org/officeDocument/2006/relationships/slideLayout" Target="../slideLayouts/slideLayout27.xml"/><Relationship Id="rId16" Type="http://schemas.openxmlformats.org/officeDocument/2006/relationships/slideLayout" Target="../slideLayouts/slideLayout26.xml"/><Relationship Id="rId19" Type="http://schemas.openxmlformats.org/officeDocument/2006/relationships/slideLayout" Target="../slideLayouts/slideLayout29.xml"/><Relationship Id="rId18"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0" name="Shape 50"/>
        <p:cNvGrpSpPr/>
        <p:nvPr/>
      </p:nvGrpSpPr>
      <p:grpSpPr>
        <a:xfrm>
          <a:off x="0" y="0"/>
          <a:ext cx="0" cy="0"/>
          <a:chOff x="0" y="0"/>
          <a:chExt cx="0" cy="0"/>
        </a:xfrm>
      </p:grpSpPr>
      <p:sp>
        <p:nvSpPr>
          <p:cNvPr id="51" name="Google Shape;51;p13"/>
          <p:cNvSpPr txBox="1"/>
          <p:nvPr>
            <p:ph idx="1" type="body"/>
          </p:nvPr>
        </p:nvSpPr>
        <p:spPr>
          <a:xfrm>
            <a:off x="361972" y="2004050"/>
            <a:ext cx="5627400" cy="2547300"/>
          </a:xfrm>
          <a:prstGeom prst="rect">
            <a:avLst/>
          </a:prstGeom>
          <a:noFill/>
          <a:ln>
            <a:noFill/>
          </a:ln>
        </p:spPr>
        <p:txBody>
          <a:bodyPr anchorCtr="0" anchor="t" bIns="91425" lIns="0" spcFirstLastPara="1" rIns="91425" wrap="square" tIns="91425">
            <a:spAutoFit/>
          </a:bodyPr>
          <a:lstStyle>
            <a:lvl1pPr indent="-304800" lvl="0" marL="457200">
              <a:lnSpc>
                <a:spcPct val="115000"/>
              </a:lnSpc>
              <a:spcBef>
                <a:spcPts val="0"/>
              </a:spcBef>
              <a:spcAft>
                <a:spcPts val="0"/>
              </a:spcAft>
              <a:buClr>
                <a:schemeClr val="dk1"/>
              </a:buClr>
              <a:buSzPts val="1200"/>
              <a:buFont typeface="Archivo Light"/>
              <a:buChar char="●"/>
              <a:defRPr sz="1200">
                <a:solidFill>
                  <a:schemeClr val="dk1"/>
                </a:solidFill>
                <a:latin typeface="Archivo Light"/>
                <a:ea typeface="Archivo Light"/>
                <a:cs typeface="Archivo Light"/>
                <a:sym typeface="Archivo Light"/>
              </a:defRPr>
            </a:lvl1pPr>
            <a:lvl2pPr indent="-304800" lvl="1" marL="914400">
              <a:lnSpc>
                <a:spcPct val="115000"/>
              </a:lnSpc>
              <a:spcBef>
                <a:spcPts val="800"/>
              </a:spcBef>
              <a:spcAft>
                <a:spcPts val="0"/>
              </a:spcAft>
              <a:buClr>
                <a:schemeClr val="dk1"/>
              </a:buClr>
              <a:buSzPts val="1200"/>
              <a:buFont typeface="Archivo Light"/>
              <a:buChar char="○"/>
              <a:defRPr sz="1200">
                <a:solidFill>
                  <a:schemeClr val="dk1"/>
                </a:solidFill>
                <a:latin typeface="Archivo Light"/>
                <a:ea typeface="Archivo Light"/>
                <a:cs typeface="Archivo Light"/>
                <a:sym typeface="Archivo Light"/>
              </a:defRPr>
            </a:lvl2pPr>
            <a:lvl3pPr indent="-304800" lvl="2" marL="1371600">
              <a:lnSpc>
                <a:spcPct val="115000"/>
              </a:lnSpc>
              <a:spcBef>
                <a:spcPts val="800"/>
              </a:spcBef>
              <a:spcAft>
                <a:spcPts val="0"/>
              </a:spcAft>
              <a:buClr>
                <a:schemeClr val="dk1"/>
              </a:buClr>
              <a:buSzPts val="1200"/>
              <a:buFont typeface="Archivo Light"/>
              <a:buChar char="■"/>
              <a:defRPr sz="1200">
                <a:solidFill>
                  <a:schemeClr val="dk1"/>
                </a:solidFill>
                <a:latin typeface="Archivo Light"/>
                <a:ea typeface="Archivo Light"/>
                <a:cs typeface="Archivo Light"/>
                <a:sym typeface="Archivo Light"/>
              </a:defRPr>
            </a:lvl3pPr>
            <a:lvl4pPr indent="-304800" lvl="3" marL="1828800">
              <a:lnSpc>
                <a:spcPct val="115000"/>
              </a:lnSpc>
              <a:spcBef>
                <a:spcPts val="800"/>
              </a:spcBef>
              <a:spcAft>
                <a:spcPts val="0"/>
              </a:spcAft>
              <a:buClr>
                <a:schemeClr val="dk1"/>
              </a:buClr>
              <a:buSzPts val="1200"/>
              <a:buFont typeface="Archivo Light"/>
              <a:buChar char="●"/>
              <a:defRPr sz="1200">
                <a:solidFill>
                  <a:schemeClr val="dk1"/>
                </a:solidFill>
                <a:latin typeface="Archivo Light"/>
                <a:ea typeface="Archivo Light"/>
                <a:cs typeface="Archivo Light"/>
                <a:sym typeface="Archivo Light"/>
              </a:defRPr>
            </a:lvl4pPr>
            <a:lvl5pPr indent="-304800" lvl="4" marL="2286000">
              <a:lnSpc>
                <a:spcPct val="115000"/>
              </a:lnSpc>
              <a:spcBef>
                <a:spcPts val="800"/>
              </a:spcBef>
              <a:spcAft>
                <a:spcPts val="0"/>
              </a:spcAft>
              <a:buClr>
                <a:schemeClr val="dk1"/>
              </a:buClr>
              <a:buSzPts val="1200"/>
              <a:buFont typeface="Archivo Light"/>
              <a:buChar char="○"/>
              <a:defRPr sz="1200">
                <a:solidFill>
                  <a:schemeClr val="dk1"/>
                </a:solidFill>
                <a:latin typeface="Archivo Light"/>
                <a:ea typeface="Archivo Light"/>
                <a:cs typeface="Archivo Light"/>
                <a:sym typeface="Archivo Light"/>
              </a:defRPr>
            </a:lvl5pPr>
            <a:lvl6pPr indent="-304800" lvl="5" marL="2743200">
              <a:lnSpc>
                <a:spcPct val="115000"/>
              </a:lnSpc>
              <a:spcBef>
                <a:spcPts val="800"/>
              </a:spcBef>
              <a:spcAft>
                <a:spcPts val="0"/>
              </a:spcAft>
              <a:buClr>
                <a:schemeClr val="dk1"/>
              </a:buClr>
              <a:buSzPts val="1200"/>
              <a:buFont typeface="Archivo Light"/>
              <a:buChar char="■"/>
              <a:defRPr sz="1200">
                <a:solidFill>
                  <a:schemeClr val="dk1"/>
                </a:solidFill>
                <a:latin typeface="Archivo Light"/>
                <a:ea typeface="Archivo Light"/>
                <a:cs typeface="Archivo Light"/>
                <a:sym typeface="Archivo Light"/>
              </a:defRPr>
            </a:lvl6pPr>
            <a:lvl7pPr indent="-304800" lvl="6" marL="3200400">
              <a:lnSpc>
                <a:spcPct val="115000"/>
              </a:lnSpc>
              <a:spcBef>
                <a:spcPts val="800"/>
              </a:spcBef>
              <a:spcAft>
                <a:spcPts val="0"/>
              </a:spcAft>
              <a:buClr>
                <a:schemeClr val="dk1"/>
              </a:buClr>
              <a:buSzPts val="1200"/>
              <a:buFont typeface="Archivo Light"/>
              <a:buChar char="●"/>
              <a:defRPr sz="1200">
                <a:solidFill>
                  <a:schemeClr val="dk1"/>
                </a:solidFill>
                <a:latin typeface="Archivo Light"/>
                <a:ea typeface="Archivo Light"/>
                <a:cs typeface="Archivo Light"/>
                <a:sym typeface="Archivo Light"/>
              </a:defRPr>
            </a:lvl7pPr>
            <a:lvl8pPr indent="-304800" lvl="7" marL="3657600">
              <a:lnSpc>
                <a:spcPct val="115000"/>
              </a:lnSpc>
              <a:spcBef>
                <a:spcPts val="800"/>
              </a:spcBef>
              <a:spcAft>
                <a:spcPts val="0"/>
              </a:spcAft>
              <a:buClr>
                <a:schemeClr val="dk1"/>
              </a:buClr>
              <a:buSzPts val="1200"/>
              <a:buFont typeface="Archivo Light"/>
              <a:buChar char="○"/>
              <a:defRPr sz="1200">
                <a:solidFill>
                  <a:schemeClr val="dk1"/>
                </a:solidFill>
                <a:latin typeface="Archivo Light"/>
                <a:ea typeface="Archivo Light"/>
                <a:cs typeface="Archivo Light"/>
                <a:sym typeface="Archivo Light"/>
              </a:defRPr>
            </a:lvl8pPr>
            <a:lvl9pPr indent="-304800" lvl="8" marL="4114800">
              <a:lnSpc>
                <a:spcPct val="115000"/>
              </a:lnSpc>
              <a:spcBef>
                <a:spcPts val="800"/>
              </a:spcBef>
              <a:spcAft>
                <a:spcPts val="800"/>
              </a:spcAft>
              <a:buClr>
                <a:schemeClr val="dk1"/>
              </a:buClr>
              <a:buSzPts val="1200"/>
              <a:buFont typeface="Archivo Light"/>
              <a:buChar char="■"/>
              <a:defRPr sz="1200">
                <a:solidFill>
                  <a:schemeClr val="dk1"/>
                </a:solidFill>
                <a:latin typeface="Archivo Light"/>
                <a:ea typeface="Archivo Light"/>
                <a:cs typeface="Archivo Light"/>
                <a:sym typeface="Archivo Light"/>
              </a:defRPr>
            </a:lvl9pPr>
          </a:lstStyle>
          <a:p/>
        </p:txBody>
      </p:sp>
      <p:sp>
        <p:nvSpPr>
          <p:cNvPr id="52" name="Google Shape;52;p13"/>
          <p:cNvSpPr txBox="1"/>
          <p:nvPr>
            <p:ph type="title"/>
          </p:nvPr>
        </p:nvSpPr>
        <p:spPr>
          <a:xfrm>
            <a:off x="361975" y="545850"/>
            <a:ext cx="5391300" cy="8133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Archivo"/>
              <a:buNone/>
              <a:defRPr sz="3000">
                <a:solidFill>
                  <a:schemeClr val="dk1"/>
                </a:solidFill>
                <a:latin typeface="Archivo"/>
                <a:ea typeface="Archivo"/>
                <a:cs typeface="Archivo"/>
                <a:sym typeface="Archivo"/>
              </a:defRPr>
            </a:lvl1pPr>
            <a:lvl2pPr lvl="1">
              <a:spcBef>
                <a:spcPts val="0"/>
              </a:spcBef>
              <a:spcAft>
                <a:spcPts val="0"/>
              </a:spcAft>
              <a:buSzPts val="1400"/>
              <a:buFont typeface="Archivo"/>
              <a:buNone/>
              <a:defRPr>
                <a:latin typeface="Archivo"/>
                <a:ea typeface="Archivo"/>
                <a:cs typeface="Archivo"/>
                <a:sym typeface="Archivo"/>
              </a:defRPr>
            </a:lvl2pPr>
            <a:lvl3pPr lvl="2">
              <a:spcBef>
                <a:spcPts val="0"/>
              </a:spcBef>
              <a:spcAft>
                <a:spcPts val="0"/>
              </a:spcAft>
              <a:buSzPts val="1400"/>
              <a:buFont typeface="Archivo"/>
              <a:buNone/>
              <a:defRPr>
                <a:latin typeface="Archivo"/>
                <a:ea typeface="Archivo"/>
                <a:cs typeface="Archivo"/>
                <a:sym typeface="Archivo"/>
              </a:defRPr>
            </a:lvl3pPr>
            <a:lvl4pPr lvl="3">
              <a:spcBef>
                <a:spcPts val="0"/>
              </a:spcBef>
              <a:spcAft>
                <a:spcPts val="0"/>
              </a:spcAft>
              <a:buSzPts val="1400"/>
              <a:buFont typeface="Archivo"/>
              <a:buNone/>
              <a:defRPr>
                <a:latin typeface="Archivo"/>
                <a:ea typeface="Archivo"/>
                <a:cs typeface="Archivo"/>
                <a:sym typeface="Archivo"/>
              </a:defRPr>
            </a:lvl4pPr>
            <a:lvl5pPr lvl="4">
              <a:spcBef>
                <a:spcPts val="0"/>
              </a:spcBef>
              <a:spcAft>
                <a:spcPts val="0"/>
              </a:spcAft>
              <a:buSzPts val="1400"/>
              <a:buFont typeface="Archivo"/>
              <a:buNone/>
              <a:defRPr>
                <a:latin typeface="Archivo"/>
                <a:ea typeface="Archivo"/>
                <a:cs typeface="Archivo"/>
                <a:sym typeface="Archivo"/>
              </a:defRPr>
            </a:lvl5pPr>
            <a:lvl6pPr lvl="5">
              <a:spcBef>
                <a:spcPts val="0"/>
              </a:spcBef>
              <a:spcAft>
                <a:spcPts val="0"/>
              </a:spcAft>
              <a:buSzPts val="1400"/>
              <a:buFont typeface="Archivo"/>
              <a:buNone/>
              <a:defRPr>
                <a:latin typeface="Archivo"/>
                <a:ea typeface="Archivo"/>
                <a:cs typeface="Archivo"/>
                <a:sym typeface="Archivo"/>
              </a:defRPr>
            </a:lvl6pPr>
            <a:lvl7pPr lvl="6">
              <a:spcBef>
                <a:spcPts val="0"/>
              </a:spcBef>
              <a:spcAft>
                <a:spcPts val="0"/>
              </a:spcAft>
              <a:buSzPts val="1400"/>
              <a:buFont typeface="Archivo"/>
              <a:buNone/>
              <a:defRPr>
                <a:latin typeface="Archivo"/>
                <a:ea typeface="Archivo"/>
                <a:cs typeface="Archivo"/>
                <a:sym typeface="Archivo"/>
              </a:defRPr>
            </a:lvl7pPr>
            <a:lvl8pPr lvl="7">
              <a:spcBef>
                <a:spcPts val="0"/>
              </a:spcBef>
              <a:spcAft>
                <a:spcPts val="0"/>
              </a:spcAft>
              <a:buSzPts val="1400"/>
              <a:buFont typeface="Archivo"/>
              <a:buNone/>
              <a:defRPr>
                <a:latin typeface="Archivo"/>
                <a:ea typeface="Archivo"/>
                <a:cs typeface="Archivo"/>
                <a:sym typeface="Archivo"/>
              </a:defRPr>
            </a:lvl8pPr>
            <a:lvl9pPr lvl="8">
              <a:spcBef>
                <a:spcPts val="0"/>
              </a:spcBef>
              <a:spcAft>
                <a:spcPts val="0"/>
              </a:spcAft>
              <a:buSzPts val="1400"/>
              <a:buFont typeface="Archivo"/>
              <a:buNone/>
              <a:defRPr>
                <a:latin typeface="Archivo"/>
                <a:ea typeface="Archivo"/>
                <a:cs typeface="Archivo"/>
                <a:sym typeface="Archivo"/>
              </a:defRPr>
            </a:lvl9pPr>
          </a:lstStyle>
          <a:p/>
        </p:txBody>
      </p:sp>
      <p:sp>
        <p:nvSpPr>
          <p:cNvPr id="53" name="Google Shape;53;p13"/>
          <p:cNvSpPr txBox="1"/>
          <p:nvPr>
            <p:ph idx="2" type="body"/>
          </p:nvPr>
        </p:nvSpPr>
        <p:spPr>
          <a:xfrm>
            <a:off x="4376625" y="2215425"/>
            <a:ext cx="4361100" cy="24324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Font typeface="Archivo"/>
              <a:buChar char="●"/>
              <a:defRPr sz="1200">
                <a:solidFill>
                  <a:schemeClr val="dk1"/>
                </a:solidFill>
                <a:latin typeface="Archivo"/>
                <a:ea typeface="Archivo"/>
                <a:cs typeface="Archivo"/>
                <a:sym typeface="Archivo"/>
              </a:defRPr>
            </a:lvl1pPr>
            <a:lvl2pPr indent="-304800" lvl="1" marL="914400">
              <a:spcBef>
                <a:spcPts val="0"/>
              </a:spcBef>
              <a:spcAft>
                <a:spcPts val="0"/>
              </a:spcAft>
              <a:buClr>
                <a:schemeClr val="dk1"/>
              </a:buClr>
              <a:buSzPts val="1200"/>
              <a:buFont typeface="Archivo"/>
              <a:buChar char="○"/>
              <a:defRPr sz="1200">
                <a:solidFill>
                  <a:schemeClr val="dk1"/>
                </a:solidFill>
                <a:latin typeface="Archivo"/>
                <a:ea typeface="Archivo"/>
                <a:cs typeface="Archivo"/>
                <a:sym typeface="Archivo"/>
              </a:defRPr>
            </a:lvl2pPr>
            <a:lvl3pPr indent="-304800" lvl="2" marL="1371600">
              <a:spcBef>
                <a:spcPts val="0"/>
              </a:spcBef>
              <a:spcAft>
                <a:spcPts val="0"/>
              </a:spcAft>
              <a:buClr>
                <a:schemeClr val="dk1"/>
              </a:buClr>
              <a:buSzPts val="1200"/>
              <a:buFont typeface="Archivo"/>
              <a:buChar char="■"/>
              <a:defRPr sz="1200">
                <a:solidFill>
                  <a:schemeClr val="dk1"/>
                </a:solidFill>
                <a:latin typeface="Archivo"/>
                <a:ea typeface="Archivo"/>
                <a:cs typeface="Archivo"/>
                <a:sym typeface="Archivo"/>
              </a:defRPr>
            </a:lvl3pPr>
            <a:lvl4pPr indent="-304800" lvl="3" marL="1828800">
              <a:spcBef>
                <a:spcPts val="0"/>
              </a:spcBef>
              <a:spcAft>
                <a:spcPts val="0"/>
              </a:spcAft>
              <a:buClr>
                <a:schemeClr val="dk1"/>
              </a:buClr>
              <a:buSzPts val="1200"/>
              <a:buFont typeface="Archivo"/>
              <a:buChar char="●"/>
              <a:defRPr sz="1200">
                <a:solidFill>
                  <a:schemeClr val="dk1"/>
                </a:solidFill>
                <a:latin typeface="Archivo"/>
                <a:ea typeface="Archivo"/>
                <a:cs typeface="Archivo"/>
                <a:sym typeface="Archivo"/>
              </a:defRPr>
            </a:lvl4pPr>
            <a:lvl5pPr indent="-304800" lvl="4" marL="2286000">
              <a:spcBef>
                <a:spcPts val="0"/>
              </a:spcBef>
              <a:spcAft>
                <a:spcPts val="0"/>
              </a:spcAft>
              <a:buClr>
                <a:schemeClr val="dk1"/>
              </a:buClr>
              <a:buSzPts val="1200"/>
              <a:buFont typeface="Archivo"/>
              <a:buChar char="○"/>
              <a:defRPr sz="1200">
                <a:solidFill>
                  <a:schemeClr val="dk1"/>
                </a:solidFill>
                <a:latin typeface="Archivo"/>
                <a:ea typeface="Archivo"/>
                <a:cs typeface="Archivo"/>
                <a:sym typeface="Archivo"/>
              </a:defRPr>
            </a:lvl5pPr>
            <a:lvl6pPr indent="-304800" lvl="5" marL="2743200">
              <a:spcBef>
                <a:spcPts val="0"/>
              </a:spcBef>
              <a:spcAft>
                <a:spcPts val="0"/>
              </a:spcAft>
              <a:buClr>
                <a:schemeClr val="dk1"/>
              </a:buClr>
              <a:buSzPts val="1200"/>
              <a:buFont typeface="Archivo"/>
              <a:buChar char="■"/>
              <a:defRPr sz="1200">
                <a:solidFill>
                  <a:schemeClr val="dk1"/>
                </a:solidFill>
                <a:latin typeface="Archivo"/>
                <a:ea typeface="Archivo"/>
                <a:cs typeface="Archivo"/>
                <a:sym typeface="Archivo"/>
              </a:defRPr>
            </a:lvl6pPr>
            <a:lvl7pPr indent="-304800" lvl="6" marL="3200400">
              <a:spcBef>
                <a:spcPts val="0"/>
              </a:spcBef>
              <a:spcAft>
                <a:spcPts val="0"/>
              </a:spcAft>
              <a:buClr>
                <a:schemeClr val="dk1"/>
              </a:buClr>
              <a:buSzPts val="1200"/>
              <a:buFont typeface="Archivo"/>
              <a:buChar char="●"/>
              <a:defRPr sz="1200">
                <a:solidFill>
                  <a:schemeClr val="dk1"/>
                </a:solidFill>
                <a:latin typeface="Archivo"/>
                <a:ea typeface="Archivo"/>
                <a:cs typeface="Archivo"/>
                <a:sym typeface="Archivo"/>
              </a:defRPr>
            </a:lvl7pPr>
            <a:lvl8pPr indent="-304800" lvl="7" marL="3657600">
              <a:spcBef>
                <a:spcPts val="0"/>
              </a:spcBef>
              <a:spcAft>
                <a:spcPts val="0"/>
              </a:spcAft>
              <a:buClr>
                <a:schemeClr val="dk1"/>
              </a:buClr>
              <a:buSzPts val="1200"/>
              <a:buFont typeface="Archivo"/>
              <a:buChar char="○"/>
              <a:defRPr sz="1200">
                <a:solidFill>
                  <a:schemeClr val="dk1"/>
                </a:solidFill>
                <a:latin typeface="Archivo"/>
                <a:ea typeface="Archivo"/>
                <a:cs typeface="Archivo"/>
                <a:sym typeface="Archivo"/>
              </a:defRPr>
            </a:lvl8pPr>
            <a:lvl9pPr indent="-304800" lvl="8" marL="4114800">
              <a:spcBef>
                <a:spcPts val="0"/>
              </a:spcBef>
              <a:spcAft>
                <a:spcPts val="0"/>
              </a:spcAft>
              <a:buClr>
                <a:schemeClr val="dk1"/>
              </a:buClr>
              <a:buSzPts val="1200"/>
              <a:buFont typeface="Archivo"/>
              <a:buChar char="■"/>
              <a:defRPr sz="1200">
                <a:solidFill>
                  <a:schemeClr val="dk1"/>
                </a:solidFill>
                <a:latin typeface="Archivo"/>
                <a:ea typeface="Archivo"/>
                <a:cs typeface="Archivo"/>
                <a:sym typeface="Archivo"/>
              </a:defRPr>
            </a:lvl9pPr>
          </a:lstStyle>
          <a:p/>
        </p:txBody>
      </p:sp>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 id="2147483672" r:id="rId15"/>
    <p:sldLayoutId id="2147483673" r:id="rId16"/>
    <p:sldLayoutId id="2147483674" r:id="rId17"/>
    <p:sldLayoutId id="2147483675" r:id="rId18"/>
    <p:sldLayoutId id="2147483676" r:id="rId19"/>
    <p:sldLayoutId id="2147483677" r:id="rId20"/>
    <p:sldLayoutId id="2147483678" r:id="rId21"/>
    <p:sldLayoutId id="2147483679" r:id="rId22"/>
    <p:sldLayoutId id="2147483680" r:id="rId23"/>
    <p:sldLayoutId id="2147483681" r:id="rId24"/>
    <p:sldLayoutId id="2147483682" r:id="rId25"/>
    <p:sldLayoutId id="2147483683" r:id="rId26"/>
    <p:sldLayoutId id="2147483684" r:id="rId27"/>
    <p:sldLayoutId id="2147483685" r:id="rId28"/>
    <p:sldLayoutId id="2147483686" r:id="rId29"/>
    <p:sldLayoutId id="2147483687" r:id="rId30"/>
    <p:sldLayoutId id="2147483688" r:id="rId31"/>
    <p:sldLayoutId id="2147483689" r:id="rId32"/>
    <p:sldLayoutId id="2147483690" r:id="rId33"/>
    <p:sldLayoutId id="2147483691" r:id="rId34"/>
    <p:sldLayoutId id="2147483692" r:id="rId35"/>
    <p:sldLayoutId id="2147483693" r:id="rId36"/>
    <p:sldLayoutId id="2147483694" r:id="rId37"/>
    <p:sldLayoutId id="2147483695" r:id="rId38"/>
    <p:sldLayoutId id="2147483696" r:id="rId39"/>
    <p:sldLayoutId id="2147483697" r:id="rId40"/>
    <p:sldLayoutId id="2147483698" r:id="rId41"/>
    <p:sldLayoutId id="2147483699" r:id="rId42"/>
    <p:sldLayoutId id="2147483700" r:id="rId43"/>
    <p:sldLayoutId id="2147483701" r:id="rId44"/>
    <p:sldLayoutId id="2147483702" r:id="rId45"/>
    <p:sldLayoutId id="2147483703" r:id="rId46"/>
    <p:sldLayoutId id="2147483704" r:id="rId47"/>
    <p:sldLayoutId id="2147483705" r:id="rId48"/>
    <p:sldLayoutId id="2147483706" r:id="rId49"/>
    <p:sldLayoutId id="2147483707" r:id="rId50"/>
    <p:sldLayoutId id="2147483708" r:id="rId51"/>
    <p:sldLayoutId id="2147483709" r:id="rId52"/>
    <p:sldLayoutId id="2147483710" r:id="rId5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5529">
          <p15:clr>
            <a:srgbClr val="E46962"/>
          </p15:clr>
        </p15:guide>
        <p15:guide id="2" orient="horz" pos="233">
          <p15:clr>
            <a:srgbClr val="E46962"/>
          </p15:clr>
        </p15:guide>
        <p15:guide id="3" orient="horz" pos="3011">
          <p15:clr>
            <a:srgbClr val="E46962"/>
          </p15:clr>
        </p15:guide>
        <p15:guide id="4" pos="2835">
          <p15:clr>
            <a:srgbClr val="E46962"/>
          </p15:clr>
        </p15:guide>
        <p15:guide id="5" pos="2921">
          <p15:clr>
            <a:srgbClr val="E46962"/>
          </p15:clr>
        </p15:guide>
        <p15:guide id="6" pos="1489">
          <p15:clr>
            <a:srgbClr val="E46962"/>
          </p15:clr>
        </p15:guide>
        <p15:guide id="7" pos="1575">
          <p15:clr>
            <a:srgbClr val="E46962"/>
          </p15:clr>
        </p15:guide>
        <p15:guide id="8" pos="4182">
          <p15:clr>
            <a:srgbClr val="E46962"/>
          </p15:clr>
        </p15:guide>
        <p15:guide id="9" pos="4268">
          <p15:clr>
            <a:srgbClr val="E46962"/>
          </p15:clr>
        </p15:guide>
        <p15:guide id="10" orient="horz" pos="2867">
          <p15:clr>
            <a:srgbClr val="E46962"/>
          </p15:clr>
        </p15:guide>
        <p15:guide id="11" orient="horz" pos="1135">
          <p15:clr>
            <a:srgbClr val="E46962"/>
          </p15:clr>
        </p15:guide>
        <p15:guide id="12" orient="horz" pos="1194">
          <p15:clr>
            <a:srgbClr val="E46962"/>
          </p15:clr>
        </p15:guide>
        <p15:guide id="13" orient="horz" pos="2043">
          <p15:clr>
            <a:srgbClr val="E46962"/>
          </p15:clr>
        </p15:guide>
        <p15:guide id="14" orient="horz" pos="2103">
          <p15:clr>
            <a:srgbClr val="E46962"/>
          </p15:clr>
        </p15:guide>
        <p15:guide id="15" pos="228">
          <p15:clr>
            <a:srgbClr val="E46962"/>
          </p15:clr>
        </p15:guide>
        <p15:guide id="16" orient="horz" pos="672">
          <p15:clr>
            <a:srgbClr val="E46962"/>
          </p15:clr>
        </p15:guide>
        <p15:guide id="17" orient="horz" pos="504">
          <p15:clr>
            <a:srgbClr val="E46962"/>
          </p15:clr>
        </p15:guide>
        <p15:guide id="18" orient="horz" pos="293">
          <p15:clr>
            <a:srgbClr val="E46962"/>
          </p15:clr>
        </p15:guide>
        <p15:guide id="19" orient="horz" pos="600">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9.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8.xml"/><Relationship Id="rId3"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16.xml"/><Relationship Id="rId3" Type="http://schemas.openxmlformats.org/officeDocument/2006/relationships/image" Target="../media/image19.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17.xml"/><Relationship Id="rId3" Type="http://schemas.openxmlformats.org/officeDocument/2006/relationships/image" Target="../media/image17.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45" name="Shape 545"/>
        <p:cNvGrpSpPr/>
        <p:nvPr/>
      </p:nvGrpSpPr>
      <p:grpSpPr>
        <a:xfrm>
          <a:off x="0" y="0"/>
          <a:ext cx="0" cy="0"/>
          <a:chOff x="0" y="0"/>
          <a:chExt cx="0" cy="0"/>
        </a:xfrm>
      </p:grpSpPr>
      <p:sp>
        <p:nvSpPr>
          <p:cNvPr id="546" name="Google Shape;546;p66"/>
          <p:cNvSpPr txBox="1"/>
          <p:nvPr>
            <p:ph type="title"/>
          </p:nvPr>
        </p:nvSpPr>
        <p:spPr>
          <a:xfrm>
            <a:off x="1177925" y="1434125"/>
            <a:ext cx="3459600" cy="15306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b="1" lang="en" sz="9600">
                <a:latin typeface="Urbanist"/>
                <a:ea typeface="Urbanist"/>
                <a:cs typeface="Urbanist"/>
                <a:sym typeface="Urbanist"/>
              </a:rPr>
              <a:t>PrepU</a:t>
            </a:r>
            <a:endParaRPr b="1" sz="9600">
              <a:latin typeface="Urbanist"/>
              <a:ea typeface="Urbanist"/>
              <a:cs typeface="Urbanist"/>
              <a:sym typeface="Urbanist"/>
            </a:endParaRPr>
          </a:p>
        </p:txBody>
      </p:sp>
      <p:sp>
        <p:nvSpPr>
          <p:cNvPr id="547" name="Google Shape;547;p66"/>
          <p:cNvSpPr txBox="1"/>
          <p:nvPr>
            <p:ph idx="2" type="subTitle"/>
          </p:nvPr>
        </p:nvSpPr>
        <p:spPr>
          <a:xfrm>
            <a:off x="1632000" y="4335950"/>
            <a:ext cx="5880000" cy="215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b="1" lang="en">
                <a:latin typeface="Urbanist"/>
                <a:ea typeface="Urbanist"/>
                <a:cs typeface="Urbanist"/>
                <a:sym typeface="Urbanist"/>
              </a:rPr>
              <a:t>Shrinika Mandava, Smera Kapoor, Philip Frangie, Jason Chen, Chengju Li</a:t>
            </a:r>
            <a:endParaRPr b="1">
              <a:latin typeface="Urbanist"/>
              <a:ea typeface="Urbanist"/>
              <a:cs typeface="Urbanist"/>
              <a:sym typeface="Urbanist"/>
            </a:endParaRPr>
          </a:p>
        </p:txBody>
      </p:sp>
      <p:pic>
        <p:nvPicPr>
          <p:cNvPr id="548" name="Google Shape;548;p66" title="Image 4-9-26 at 2.42 PM.jpeg"/>
          <p:cNvPicPr preferRelativeResize="0"/>
          <p:nvPr/>
        </p:nvPicPr>
        <p:blipFill>
          <a:blip r:embed="rId3">
            <a:alphaModFix/>
          </a:blip>
          <a:stretch>
            <a:fillRect/>
          </a:stretch>
        </p:blipFill>
        <p:spPr>
          <a:xfrm>
            <a:off x="5238550" y="1061788"/>
            <a:ext cx="2670037" cy="22752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52" name="Shape 552"/>
        <p:cNvGrpSpPr/>
        <p:nvPr/>
      </p:nvGrpSpPr>
      <p:grpSpPr>
        <a:xfrm>
          <a:off x="0" y="0"/>
          <a:ext cx="0" cy="0"/>
          <a:chOff x="0" y="0"/>
          <a:chExt cx="0" cy="0"/>
        </a:xfrm>
      </p:grpSpPr>
      <p:sp>
        <p:nvSpPr>
          <p:cNvPr id="553" name="Google Shape;553;p67"/>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54" name="Google Shape;554;p67"/>
          <p:cNvSpPr txBox="1"/>
          <p:nvPr/>
        </p:nvSpPr>
        <p:spPr>
          <a:xfrm>
            <a:off x="544200" y="608100"/>
            <a:ext cx="7141200" cy="68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600">
                <a:solidFill>
                  <a:schemeClr val="dk1"/>
                </a:solidFill>
                <a:latin typeface="Urbanist"/>
                <a:ea typeface="Urbanist"/>
                <a:cs typeface="Urbanist"/>
                <a:sym typeface="Urbanist"/>
              </a:rPr>
              <a:t>Business Concept</a:t>
            </a:r>
            <a:endParaRPr b="1" sz="3600">
              <a:solidFill>
                <a:schemeClr val="dk1"/>
              </a:solidFill>
              <a:latin typeface="Urbanist"/>
              <a:ea typeface="Urbanist"/>
              <a:cs typeface="Urbanist"/>
              <a:sym typeface="Urbanist"/>
            </a:endParaRPr>
          </a:p>
        </p:txBody>
      </p:sp>
      <p:sp>
        <p:nvSpPr>
          <p:cNvPr id="555" name="Google Shape;555;p67"/>
          <p:cNvSpPr txBox="1"/>
          <p:nvPr/>
        </p:nvSpPr>
        <p:spPr>
          <a:xfrm>
            <a:off x="544200" y="1732150"/>
            <a:ext cx="7913700" cy="18048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Font typeface="Archivo"/>
              <a:buChar char="-"/>
            </a:pPr>
            <a:r>
              <a:rPr lang="en" sz="1800">
                <a:solidFill>
                  <a:schemeClr val="dk1"/>
                </a:solidFill>
                <a:latin typeface="Archivo"/>
                <a:ea typeface="Archivo"/>
                <a:cs typeface="Archivo"/>
                <a:sym typeface="Archivo"/>
              </a:rPr>
              <a:t>A meal prep service designed for college students with busy schedules, dietary restrictions or preferences, and restricted resources (dorm room, no </a:t>
            </a:r>
            <a:r>
              <a:rPr lang="en" sz="1800">
                <a:solidFill>
                  <a:schemeClr val="dk1"/>
                </a:solidFill>
                <a:latin typeface="Archivo"/>
                <a:ea typeface="Archivo"/>
                <a:cs typeface="Archivo"/>
                <a:sym typeface="Archivo"/>
              </a:rPr>
              <a:t>kitchen</a:t>
            </a:r>
            <a:r>
              <a:rPr lang="en" sz="1800">
                <a:solidFill>
                  <a:schemeClr val="dk1"/>
                </a:solidFill>
                <a:latin typeface="Archivo"/>
                <a:ea typeface="Archivo"/>
                <a:cs typeface="Archivo"/>
                <a:sym typeface="Archivo"/>
              </a:rPr>
              <a:t>, limited appliances) </a:t>
            </a:r>
            <a:endParaRPr sz="1800">
              <a:solidFill>
                <a:schemeClr val="dk1"/>
              </a:solidFill>
              <a:latin typeface="Archivo"/>
              <a:ea typeface="Archivo"/>
              <a:cs typeface="Archivo"/>
              <a:sym typeface="Archivo"/>
            </a:endParaRPr>
          </a:p>
          <a:p>
            <a:pPr indent="0" lvl="0" marL="0" rtl="0" algn="l">
              <a:spcBef>
                <a:spcPts val="0"/>
              </a:spcBef>
              <a:spcAft>
                <a:spcPts val="0"/>
              </a:spcAft>
              <a:buNone/>
            </a:pPr>
            <a:r>
              <a:t/>
            </a:r>
            <a:endParaRPr sz="1800">
              <a:solidFill>
                <a:schemeClr val="dk1"/>
              </a:solidFill>
              <a:latin typeface="Archivo"/>
              <a:ea typeface="Archivo"/>
              <a:cs typeface="Archivo"/>
              <a:sym typeface="Archivo"/>
            </a:endParaRPr>
          </a:p>
          <a:p>
            <a:pPr indent="-342900" lvl="0" marL="457200" rtl="0" algn="l">
              <a:spcBef>
                <a:spcPts val="0"/>
              </a:spcBef>
              <a:spcAft>
                <a:spcPts val="0"/>
              </a:spcAft>
              <a:buClr>
                <a:schemeClr val="dk1"/>
              </a:buClr>
              <a:buSzPts val="1800"/>
              <a:buFont typeface="Archivo"/>
              <a:buChar char="-"/>
            </a:pPr>
            <a:r>
              <a:rPr lang="en" sz="1800">
                <a:solidFill>
                  <a:schemeClr val="dk1"/>
                </a:solidFill>
                <a:latin typeface="Archivo"/>
                <a:ea typeface="Archivo"/>
                <a:cs typeface="Archivo"/>
                <a:sym typeface="Archivo"/>
              </a:rPr>
              <a:t>Making it affordable so that it caters to college students, while also allowing them to be purchased with meal swipes/dining dollars to provide convenience for students that live in on campus. </a:t>
            </a:r>
            <a:endParaRPr sz="1800">
              <a:solidFill>
                <a:schemeClr val="dk1"/>
              </a:solidFill>
              <a:latin typeface="Archivo"/>
              <a:ea typeface="Archivo"/>
              <a:cs typeface="Archivo"/>
              <a:sym typeface="Archiv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59" name="Shape 559"/>
        <p:cNvGrpSpPr/>
        <p:nvPr/>
      </p:nvGrpSpPr>
      <p:grpSpPr>
        <a:xfrm>
          <a:off x="0" y="0"/>
          <a:ext cx="0" cy="0"/>
          <a:chOff x="0" y="0"/>
          <a:chExt cx="0" cy="0"/>
        </a:xfrm>
      </p:grpSpPr>
      <p:sp>
        <p:nvSpPr>
          <p:cNvPr id="560" name="Google Shape;560;p68"/>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61" name="Google Shape;561;p68"/>
          <p:cNvSpPr txBox="1"/>
          <p:nvPr/>
        </p:nvSpPr>
        <p:spPr>
          <a:xfrm>
            <a:off x="361975" y="430650"/>
            <a:ext cx="66132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600">
                <a:solidFill>
                  <a:schemeClr val="dk1"/>
                </a:solidFill>
                <a:latin typeface="Urbanist"/>
                <a:ea typeface="Urbanist"/>
                <a:cs typeface="Urbanist"/>
                <a:sym typeface="Urbanist"/>
              </a:rPr>
              <a:t>Customer Value Proposition</a:t>
            </a:r>
            <a:endParaRPr b="1" sz="3600">
              <a:solidFill>
                <a:schemeClr val="dk1"/>
              </a:solidFill>
              <a:latin typeface="Urbanist"/>
              <a:ea typeface="Urbanist"/>
              <a:cs typeface="Urbanist"/>
              <a:sym typeface="Urbanist"/>
            </a:endParaRPr>
          </a:p>
        </p:txBody>
      </p:sp>
      <p:sp>
        <p:nvSpPr>
          <p:cNvPr id="562" name="Google Shape;562;p68"/>
          <p:cNvSpPr txBox="1"/>
          <p:nvPr>
            <p:ph idx="4294967295" type="title"/>
          </p:nvPr>
        </p:nvSpPr>
        <p:spPr>
          <a:xfrm>
            <a:off x="419700" y="1681800"/>
            <a:ext cx="8162700" cy="1808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900"/>
              <a:t>Our mission is to provide college students with personalized, convenient, nutritious, and affordable meal options that fit their busy lifestyles and dietary needs. We aim to support student success by offering balanced meals that can be purchased using meal swipes, making healthy eating simple, stress-free, and fitting to individual tastes. </a:t>
            </a:r>
            <a:endParaRPr sz="1900"/>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66" name="Shape 566"/>
        <p:cNvGrpSpPr/>
        <p:nvPr/>
      </p:nvGrpSpPr>
      <p:grpSpPr>
        <a:xfrm>
          <a:off x="0" y="0"/>
          <a:ext cx="0" cy="0"/>
          <a:chOff x="0" y="0"/>
          <a:chExt cx="0" cy="0"/>
        </a:xfrm>
      </p:grpSpPr>
      <p:sp>
        <p:nvSpPr>
          <p:cNvPr id="567" name="Google Shape;567;p69"/>
          <p:cNvSpPr txBox="1"/>
          <p:nvPr>
            <p:ph idx="1" type="subTitle"/>
          </p:nvPr>
        </p:nvSpPr>
        <p:spPr>
          <a:xfrm>
            <a:off x="563375" y="835675"/>
            <a:ext cx="712200" cy="277200"/>
          </a:xfrm>
          <a:prstGeom prst="rect">
            <a:avLst/>
          </a:prstGeom>
        </p:spPr>
        <p:txBody>
          <a:bodyPr anchorCtr="0" anchor="b" bIns="0" lIns="0" spcFirstLastPara="1" rIns="0" wrap="square" tIns="0">
            <a:spAutoFit/>
          </a:bodyPr>
          <a:lstStyle/>
          <a:p>
            <a:pPr indent="0" lvl="0" marL="0" rtl="0" algn="l">
              <a:spcBef>
                <a:spcPts val="0"/>
              </a:spcBef>
              <a:spcAft>
                <a:spcPts val="0"/>
              </a:spcAft>
              <a:buNone/>
            </a:pPr>
            <a:r>
              <a:rPr b="1" lang="en" sz="1800"/>
              <a:t>Vision</a:t>
            </a:r>
            <a:endParaRPr b="1" sz="1800"/>
          </a:p>
        </p:txBody>
      </p:sp>
      <p:sp>
        <p:nvSpPr>
          <p:cNvPr id="568" name="Google Shape;568;p69"/>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69" name="Google Shape;569;p69"/>
          <p:cNvSpPr txBox="1"/>
          <p:nvPr>
            <p:ph type="title"/>
          </p:nvPr>
        </p:nvSpPr>
        <p:spPr>
          <a:xfrm>
            <a:off x="1821025" y="697225"/>
            <a:ext cx="6710100" cy="554100"/>
          </a:xfrm>
          <a:prstGeom prst="rect">
            <a:avLst/>
          </a:prstGeom>
        </p:spPr>
        <p:txBody>
          <a:bodyPr anchorCtr="0" anchor="t" bIns="137150" lIns="0" spcFirstLastPara="1" rIns="0" wrap="square" tIns="0">
            <a:noAutofit/>
          </a:bodyPr>
          <a:lstStyle/>
          <a:p>
            <a:pPr indent="0" lvl="0" marL="0" rtl="0" algn="l">
              <a:lnSpc>
                <a:spcPct val="115000"/>
              </a:lnSpc>
              <a:spcBef>
                <a:spcPts val="1200"/>
              </a:spcBef>
              <a:spcAft>
                <a:spcPts val="0"/>
              </a:spcAft>
              <a:buNone/>
            </a:pPr>
            <a:r>
              <a:rPr lang="en" sz="1500"/>
              <a:t>Convenient meals accessible to college students all over the world</a:t>
            </a:r>
            <a:r>
              <a:rPr lang="en" sz="1500"/>
              <a:t>.</a:t>
            </a:r>
            <a:endParaRPr i="1" sz="3100"/>
          </a:p>
          <a:p>
            <a:pPr indent="0" lvl="0" marL="0" rtl="0" algn="l">
              <a:spcBef>
                <a:spcPts val="1200"/>
              </a:spcBef>
              <a:spcAft>
                <a:spcPts val="0"/>
              </a:spcAft>
              <a:buNone/>
            </a:pPr>
            <a:r>
              <a:t/>
            </a:r>
            <a:endParaRPr/>
          </a:p>
        </p:txBody>
      </p:sp>
      <p:sp>
        <p:nvSpPr>
          <p:cNvPr id="570" name="Google Shape;570;p69"/>
          <p:cNvSpPr txBox="1"/>
          <p:nvPr>
            <p:ph idx="1" type="subTitle"/>
          </p:nvPr>
        </p:nvSpPr>
        <p:spPr>
          <a:xfrm>
            <a:off x="480875" y="1995775"/>
            <a:ext cx="877200" cy="277200"/>
          </a:xfrm>
          <a:prstGeom prst="rect">
            <a:avLst/>
          </a:prstGeom>
        </p:spPr>
        <p:txBody>
          <a:bodyPr anchorCtr="0" anchor="b" bIns="0" lIns="0" spcFirstLastPara="1" rIns="0" wrap="square" tIns="0">
            <a:spAutoFit/>
          </a:bodyPr>
          <a:lstStyle/>
          <a:p>
            <a:pPr indent="0" lvl="0" marL="0" rtl="0" algn="l">
              <a:spcBef>
                <a:spcPts val="0"/>
              </a:spcBef>
              <a:spcAft>
                <a:spcPts val="0"/>
              </a:spcAft>
              <a:buNone/>
            </a:pPr>
            <a:r>
              <a:rPr b="1" lang="en" sz="1800"/>
              <a:t>Mission</a:t>
            </a:r>
            <a:endParaRPr b="1" sz="1800"/>
          </a:p>
        </p:txBody>
      </p:sp>
      <p:sp>
        <p:nvSpPr>
          <p:cNvPr id="571" name="Google Shape;571;p69"/>
          <p:cNvSpPr txBox="1"/>
          <p:nvPr>
            <p:ph idx="1" type="subTitle"/>
          </p:nvPr>
        </p:nvSpPr>
        <p:spPr>
          <a:xfrm>
            <a:off x="409025" y="3480900"/>
            <a:ext cx="1020900" cy="554100"/>
          </a:xfrm>
          <a:prstGeom prst="rect">
            <a:avLst/>
          </a:prstGeom>
        </p:spPr>
        <p:txBody>
          <a:bodyPr anchorCtr="0" anchor="b" bIns="0" lIns="0" spcFirstLastPara="1" rIns="0" wrap="square" tIns="0">
            <a:spAutoFit/>
          </a:bodyPr>
          <a:lstStyle/>
          <a:p>
            <a:pPr indent="0" lvl="0" marL="0" rtl="0" algn="ctr">
              <a:spcBef>
                <a:spcPts val="0"/>
              </a:spcBef>
              <a:spcAft>
                <a:spcPts val="0"/>
              </a:spcAft>
              <a:buNone/>
            </a:pPr>
            <a:r>
              <a:rPr b="1" lang="en" sz="1800"/>
              <a:t>Core</a:t>
            </a:r>
            <a:endParaRPr b="1" sz="1800"/>
          </a:p>
          <a:p>
            <a:pPr indent="0" lvl="0" marL="0" rtl="0" algn="ctr">
              <a:spcBef>
                <a:spcPts val="0"/>
              </a:spcBef>
              <a:spcAft>
                <a:spcPts val="0"/>
              </a:spcAft>
              <a:buNone/>
            </a:pPr>
            <a:r>
              <a:rPr b="1" lang="en" sz="1800"/>
              <a:t>Values</a:t>
            </a:r>
            <a:endParaRPr b="1" sz="1800"/>
          </a:p>
        </p:txBody>
      </p:sp>
      <p:sp>
        <p:nvSpPr>
          <p:cNvPr id="572" name="Google Shape;572;p69"/>
          <p:cNvSpPr txBox="1"/>
          <p:nvPr>
            <p:ph type="title"/>
          </p:nvPr>
        </p:nvSpPr>
        <p:spPr>
          <a:xfrm>
            <a:off x="1852975" y="3122250"/>
            <a:ext cx="6918000" cy="1271400"/>
          </a:xfrm>
          <a:prstGeom prst="rect">
            <a:avLst/>
          </a:prstGeom>
        </p:spPr>
        <p:txBody>
          <a:bodyPr anchorCtr="0" anchor="t" bIns="137150" lIns="0" spcFirstLastPara="1" rIns="0" wrap="square" tIns="0">
            <a:noAutofit/>
          </a:bodyPr>
          <a:lstStyle/>
          <a:p>
            <a:pPr indent="0" lvl="0" marL="0" rtl="0" algn="l">
              <a:spcBef>
                <a:spcPts val="0"/>
              </a:spcBef>
              <a:spcAft>
                <a:spcPts val="0"/>
              </a:spcAft>
              <a:buNone/>
            </a:pPr>
            <a:r>
              <a:rPr b="1" i="1" lang="en" sz="1400"/>
              <a:t>Student First</a:t>
            </a:r>
            <a:r>
              <a:rPr lang="en" sz="1400"/>
              <a:t>: We prioritize student health, affordability, and convenience. </a:t>
            </a:r>
            <a:endParaRPr sz="1400"/>
          </a:p>
          <a:p>
            <a:pPr indent="0" lvl="0" marL="0" rtl="0" algn="l">
              <a:spcBef>
                <a:spcPts val="0"/>
              </a:spcBef>
              <a:spcAft>
                <a:spcPts val="0"/>
              </a:spcAft>
              <a:buNone/>
            </a:pPr>
            <a:r>
              <a:rPr b="1" i="1" lang="en" sz="1400"/>
              <a:t>Accessibility</a:t>
            </a:r>
            <a:r>
              <a:rPr lang="en" sz="1400"/>
              <a:t>: We strive to make nutritious meals available to all students, regardless of schedule or resources. </a:t>
            </a:r>
            <a:endParaRPr sz="1400"/>
          </a:p>
          <a:p>
            <a:pPr indent="0" lvl="0" marL="0" rtl="0" algn="l">
              <a:spcBef>
                <a:spcPts val="0"/>
              </a:spcBef>
              <a:spcAft>
                <a:spcPts val="0"/>
              </a:spcAft>
              <a:buNone/>
            </a:pPr>
            <a:r>
              <a:rPr b="1" i="1" lang="en" sz="1400"/>
              <a:t>Quality</a:t>
            </a:r>
            <a:r>
              <a:rPr lang="en" sz="1400"/>
              <a:t>: We provide fresh, balanced meals made with care. </a:t>
            </a:r>
            <a:endParaRPr sz="1400"/>
          </a:p>
          <a:p>
            <a:pPr indent="0" lvl="0" marL="0" rtl="0" algn="l">
              <a:spcBef>
                <a:spcPts val="0"/>
              </a:spcBef>
              <a:spcAft>
                <a:spcPts val="0"/>
              </a:spcAft>
              <a:buNone/>
            </a:pPr>
            <a:r>
              <a:rPr b="1" i="1" lang="en" sz="1400"/>
              <a:t>Integrity</a:t>
            </a:r>
            <a:r>
              <a:rPr lang="en" sz="1400"/>
              <a:t>: We operate honestly and responsibly in everything we do. </a:t>
            </a:r>
            <a:endParaRPr sz="1400"/>
          </a:p>
          <a:p>
            <a:pPr indent="0" lvl="0" marL="0" rtl="0" algn="l">
              <a:spcBef>
                <a:spcPts val="0"/>
              </a:spcBef>
              <a:spcAft>
                <a:spcPts val="0"/>
              </a:spcAft>
              <a:buNone/>
            </a:pPr>
            <a:r>
              <a:rPr b="1" i="1" lang="en" sz="1400"/>
              <a:t>Community</a:t>
            </a:r>
            <a:r>
              <a:rPr lang="en" sz="1400"/>
              <a:t>: We support our campus and local partners while creating a positive impact.</a:t>
            </a:r>
            <a:endParaRPr i="1"/>
          </a:p>
          <a:p>
            <a:pPr indent="0" lvl="0" marL="0" rtl="0" algn="l">
              <a:spcBef>
                <a:spcPts val="0"/>
              </a:spcBef>
              <a:spcAft>
                <a:spcPts val="0"/>
              </a:spcAft>
              <a:buNone/>
            </a:pPr>
            <a:r>
              <a:t/>
            </a:r>
            <a:endParaRPr/>
          </a:p>
        </p:txBody>
      </p:sp>
      <p:sp>
        <p:nvSpPr>
          <p:cNvPr id="573" name="Google Shape;573;p69"/>
          <p:cNvSpPr txBox="1"/>
          <p:nvPr/>
        </p:nvSpPr>
        <p:spPr>
          <a:xfrm>
            <a:off x="1781875" y="1826575"/>
            <a:ext cx="67884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1"/>
                </a:solidFill>
                <a:latin typeface="Archivo"/>
                <a:ea typeface="Archivo"/>
                <a:cs typeface="Archivo"/>
                <a:sym typeface="Archivo"/>
              </a:rPr>
              <a:t>Providing </a:t>
            </a:r>
            <a:r>
              <a:rPr i="1" lang="en" sz="1500">
                <a:solidFill>
                  <a:schemeClr val="dk1"/>
                </a:solidFill>
                <a:latin typeface="Archivo"/>
                <a:ea typeface="Archivo"/>
                <a:cs typeface="Archivo"/>
                <a:sym typeface="Archivo"/>
              </a:rPr>
              <a:t>quick</a:t>
            </a:r>
            <a:r>
              <a:rPr lang="en" sz="1500">
                <a:solidFill>
                  <a:schemeClr val="dk1"/>
                </a:solidFill>
                <a:latin typeface="Archivo"/>
                <a:ea typeface="Archivo"/>
                <a:cs typeface="Archivo"/>
                <a:sym typeface="Archivo"/>
              </a:rPr>
              <a:t>, </a:t>
            </a:r>
            <a:r>
              <a:rPr i="1" lang="en" sz="1500">
                <a:solidFill>
                  <a:schemeClr val="dk1"/>
                </a:solidFill>
                <a:latin typeface="Archivo"/>
                <a:ea typeface="Archivo"/>
                <a:cs typeface="Archivo"/>
                <a:sym typeface="Archivo"/>
              </a:rPr>
              <a:t>healthy</a:t>
            </a:r>
            <a:r>
              <a:rPr lang="en" sz="1500">
                <a:solidFill>
                  <a:schemeClr val="dk1"/>
                </a:solidFill>
                <a:latin typeface="Archivo"/>
                <a:ea typeface="Archivo"/>
                <a:cs typeface="Archivo"/>
                <a:sym typeface="Archivo"/>
              </a:rPr>
              <a:t>, </a:t>
            </a:r>
            <a:r>
              <a:rPr i="1" lang="en" sz="1500">
                <a:solidFill>
                  <a:schemeClr val="dk1"/>
                </a:solidFill>
                <a:latin typeface="Archivo"/>
                <a:ea typeface="Archivo"/>
                <a:cs typeface="Archivo"/>
                <a:sym typeface="Archivo"/>
              </a:rPr>
              <a:t>affordable</a:t>
            </a:r>
            <a:r>
              <a:rPr lang="en" sz="1500">
                <a:solidFill>
                  <a:schemeClr val="dk1"/>
                </a:solidFill>
                <a:latin typeface="Archivo"/>
                <a:ea typeface="Archivo"/>
                <a:cs typeface="Archivo"/>
                <a:sym typeface="Archivo"/>
              </a:rPr>
              <a:t> meals for students in one click, without sacrificing taste.</a:t>
            </a:r>
            <a:r>
              <a:rPr b="1" lang="en" sz="1500">
                <a:solidFill>
                  <a:schemeClr val="dk1"/>
                </a:solidFill>
                <a:latin typeface="Archivo"/>
                <a:ea typeface="Archivo"/>
                <a:cs typeface="Archivo"/>
                <a:sym typeface="Archivo"/>
              </a:rPr>
              <a:t> </a:t>
            </a:r>
            <a:endParaRPr b="1" sz="1500">
              <a:solidFill>
                <a:schemeClr val="dk1"/>
              </a:solidFill>
              <a:latin typeface="Archivo"/>
              <a:ea typeface="Archivo"/>
              <a:cs typeface="Archivo"/>
              <a:sym typeface="Archiv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77" name="Shape 577"/>
        <p:cNvGrpSpPr/>
        <p:nvPr/>
      </p:nvGrpSpPr>
      <p:grpSpPr>
        <a:xfrm>
          <a:off x="0" y="0"/>
          <a:ext cx="0" cy="0"/>
          <a:chOff x="0" y="0"/>
          <a:chExt cx="0" cy="0"/>
        </a:xfrm>
      </p:grpSpPr>
      <p:sp>
        <p:nvSpPr>
          <p:cNvPr id="578" name="Google Shape;578;p70"/>
          <p:cNvSpPr txBox="1"/>
          <p:nvPr/>
        </p:nvSpPr>
        <p:spPr>
          <a:xfrm>
            <a:off x="361975" y="952500"/>
            <a:ext cx="3780600" cy="3740400"/>
          </a:xfrm>
          <a:prstGeom prst="rect">
            <a:avLst/>
          </a:prstGeom>
          <a:noFill/>
          <a:ln cap="flat" cmpd="sng" w="1905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336550" lvl="0" marL="457200" rtl="0" algn="l">
              <a:lnSpc>
                <a:spcPct val="107916"/>
              </a:lnSpc>
              <a:spcBef>
                <a:spcPts val="0"/>
              </a:spcBef>
              <a:spcAft>
                <a:spcPts val="0"/>
              </a:spcAft>
              <a:buClr>
                <a:schemeClr val="dk1"/>
              </a:buClr>
              <a:buSzPts val="1700"/>
              <a:buFont typeface="Archivo"/>
              <a:buAutoNum type="arabicPeriod"/>
            </a:pPr>
            <a:r>
              <a:rPr lang="en" sz="1700">
                <a:solidFill>
                  <a:schemeClr val="dk1"/>
                </a:solidFill>
                <a:latin typeface="Archivo"/>
                <a:ea typeface="Archivo"/>
                <a:cs typeface="Archivo"/>
                <a:sym typeface="Archivo"/>
              </a:rPr>
              <a:t>Achieve positive net cash flow by the end of the second year of operation.</a:t>
            </a:r>
            <a:endParaRPr sz="1700">
              <a:solidFill>
                <a:schemeClr val="dk1"/>
              </a:solidFill>
              <a:latin typeface="Archivo"/>
              <a:ea typeface="Archivo"/>
              <a:cs typeface="Archivo"/>
              <a:sym typeface="Archivo"/>
            </a:endParaRPr>
          </a:p>
          <a:p>
            <a:pPr indent="-336550" lvl="0" marL="457200" rtl="0" algn="l">
              <a:lnSpc>
                <a:spcPct val="115000"/>
              </a:lnSpc>
              <a:spcBef>
                <a:spcPts val="800"/>
              </a:spcBef>
              <a:spcAft>
                <a:spcPts val="0"/>
              </a:spcAft>
              <a:buClr>
                <a:schemeClr val="dk1"/>
              </a:buClr>
              <a:buSzPts val="1700"/>
              <a:buFont typeface="Archivo"/>
              <a:buAutoNum type="arabicPeriod"/>
            </a:pPr>
            <a:r>
              <a:rPr lang="en" sz="1700">
                <a:solidFill>
                  <a:schemeClr val="dk1"/>
                </a:solidFill>
                <a:latin typeface="Archivo"/>
                <a:ea typeface="Archivo"/>
                <a:cs typeface="Archivo"/>
                <a:sym typeface="Archivo"/>
              </a:rPr>
              <a:t>Achieve a net profit margin of at least 12% by the end of the third full year of operation.</a:t>
            </a:r>
            <a:endParaRPr sz="1700">
              <a:solidFill>
                <a:schemeClr val="dk1"/>
              </a:solidFill>
              <a:latin typeface="Archivo"/>
              <a:ea typeface="Archivo"/>
              <a:cs typeface="Archivo"/>
              <a:sym typeface="Archivo"/>
            </a:endParaRPr>
          </a:p>
          <a:p>
            <a:pPr indent="-336550" lvl="0" marL="457200" rtl="0" algn="l">
              <a:lnSpc>
                <a:spcPct val="107916"/>
              </a:lnSpc>
              <a:spcBef>
                <a:spcPts val="0"/>
              </a:spcBef>
              <a:spcAft>
                <a:spcPts val="0"/>
              </a:spcAft>
              <a:buClr>
                <a:schemeClr val="dk1"/>
              </a:buClr>
              <a:buSzPts val="1700"/>
              <a:buFont typeface="Archivo"/>
              <a:buAutoNum type="arabicPeriod"/>
            </a:pPr>
            <a:r>
              <a:rPr lang="en" sz="1700">
                <a:solidFill>
                  <a:schemeClr val="dk1"/>
                </a:solidFill>
                <a:latin typeface="Archivo"/>
                <a:ea typeface="Archivo"/>
                <a:cs typeface="Archivo"/>
                <a:sym typeface="Archivo"/>
              </a:rPr>
              <a:t>Reduce cost of production within the first 3-4 years of operations </a:t>
            </a:r>
            <a:endParaRPr sz="1700">
              <a:solidFill>
                <a:schemeClr val="dk1"/>
              </a:solidFill>
              <a:latin typeface="Archivo"/>
              <a:ea typeface="Archivo"/>
              <a:cs typeface="Archivo"/>
              <a:sym typeface="Archivo"/>
            </a:endParaRPr>
          </a:p>
          <a:p>
            <a:pPr indent="0" lvl="0" marL="0" rtl="0" algn="l">
              <a:spcBef>
                <a:spcPts val="800"/>
              </a:spcBef>
              <a:spcAft>
                <a:spcPts val="0"/>
              </a:spcAft>
              <a:buNone/>
            </a:pPr>
            <a:r>
              <a:t/>
            </a:r>
            <a:endParaRPr sz="1300">
              <a:solidFill>
                <a:schemeClr val="dk1"/>
              </a:solidFill>
              <a:latin typeface="Archivo"/>
              <a:ea typeface="Archivo"/>
              <a:cs typeface="Archivo"/>
              <a:sym typeface="Archivo"/>
            </a:endParaRPr>
          </a:p>
        </p:txBody>
      </p:sp>
      <p:sp>
        <p:nvSpPr>
          <p:cNvPr id="579" name="Google Shape;579;p70"/>
          <p:cNvSpPr txBox="1"/>
          <p:nvPr/>
        </p:nvSpPr>
        <p:spPr>
          <a:xfrm>
            <a:off x="2159250" y="196225"/>
            <a:ext cx="46836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300">
                <a:solidFill>
                  <a:schemeClr val="dk1"/>
                </a:solidFill>
                <a:latin typeface="Archivo"/>
                <a:ea typeface="Archivo"/>
                <a:cs typeface="Archivo"/>
                <a:sym typeface="Archivo"/>
              </a:rPr>
              <a:t>Financial and Strategic Objectives</a:t>
            </a:r>
            <a:endParaRPr sz="2300">
              <a:solidFill>
                <a:schemeClr val="dk1"/>
              </a:solidFill>
              <a:latin typeface="Archivo"/>
              <a:ea typeface="Archivo"/>
              <a:cs typeface="Archivo"/>
              <a:sym typeface="Archivo"/>
            </a:endParaRPr>
          </a:p>
        </p:txBody>
      </p:sp>
      <p:sp>
        <p:nvSpPr>
          <p:cNvPr id="580" name="Google Shape;580;p70"/>
          <p:cNvSpPr txBox="1"/>
          <p:nvPr/>
        </p:nvSpPr>
        <p:spPr>
          <a:xfrm>
            <a:off x="4996075" y="939450"/>
            <a:ext cx="3780600" cy="3766500"/>
          </a:xfrm>
          <a:prstGeom prst="rect">
            <a:avLst/>
          </a:prstGeom>
          <a:no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336550" lvl="0" marL="457200" rtl="0" algn="l">
              <a:lnSpc>
                <a:spcPct val="115000"/>
              </a:lnSpc>
              <a:spcBef>
                <a:spcPts val="0"/>
              </a:spcBef>
              <a:spcAft>
                <a:spcPts val="0"/>
              </a:spcAft>
              <a:buClr>
                <a:schemeClr val="dk1"/>
              </a:buClr>
              <a:buSzPts val="1700"/>
              <a:buFont typeface="Archivo"/>
              <a:buAutoNum type="arabicPeriod"/>
            </a:pPr>
            <a:r>
              <a:rPr lang="en" sz="1700">
                <a:solidFill>
                  <a:schemeClr val="dk1"/>
                </a:solidFill>
                <a:latin typeface="Archivo"/>
                <a:ea typeface="Archivo"/>
                <a:cs typeface="Archivo"/>
                <a:sym typeface="Archivo"/>
              </a:rPr>
              <a:t>Acquire at least 200 new student customers per semester during the first year of operation.</a:t>
            </a:r>
            <a:endParaRPr sz="1700">
              <a:solidFill>
                <a:schemeClr val="dk1"/>
              </a:solidFill>
              <a:latin typeface="Archivo"/>
              <a:ea typeface="Archivo"/>
              <a:cs typeface="Archivo"/>
              <a:sym typeface="Archivo"/>
            </a:endParaRPr>
          </a:p>
          <a:p>
            <a:pPr indent="-336550" lvl="0" marL="457200" rtl="0" algn="l">
              <a:lnSpc>
                <a:spcPct val="115000"/>
              </a:lnSpc>
              <a:spcBef>
                <a:spcPts val="0"/>
              </a:spcBef>
              <a:spcAft>
                <a:spcPts val="0"/>
              </a:spcAft>
              <a:buClr>
                <a:schemeClr val="dk1"/>
              </a:buClr>
              <a:buSzPts val="1700"/>
              <a:buFont typeface="Archivo"/>
              <a:buAutoNum type="arabicPeriod"/>
            </a:pPr>
            <a:r>
              <a:rPr lang="en" sz="1700">
                <a:solidFill>
                  <a:schemeClr val="dk1"/>
                </a:solidFill>
                <a:latin typeface="Archivo"/>
                <a:ea typeface="Archivo"/>
                <a:cs typeface="Archivo"/>
                <a:sym typeface="Archivo"/>
              </a:rPr>
              <a:t>Achieve a customer retention rate of at least 60% by the end of the first full academic year.</a:t>
            </a:r>
            <a:endParaRPr sz="1700">
              <a:solidFill>
                <a:schemeClr val="dk1"/>
              </a:solidFill>
              <a:latin typeface="Archivo"/>
              <a:ea typeface="Archivo"/>
              <a:cs typeface="Archivo"/>
              <a:sym typeface="Archivo"/>
            </a:endParaRPr>
          </a:p>
          <a:p>
            <a:pPr indent="-336550" lvl="0" marL="457200" rtl="0" algn="l">
              <a:lnSpc>
                <a:spcPct val="107916"/>
              </a:lnSpc>
              <a:spcBef>
                <a:spcPts val="0"/>
              </a:spcBef>
              <a:spcAft>
                <a:spcPts val="0"/>
              </a:spcAft>
              <a:buClr>
                <a:schemeClr val="dk1"/>
              </a:buClr>
              <a:buSzPts val="1700"/>
              <a:buFont typeface="Archivo"/>
              <a:buAutoNum type="arabicPeriod"/>
            </a:pPr>
            <a:r>
              <a:rPr lang="en" sz="1700">
                <a:solidFill>
                  <a:schemeClr val="dk1"/>
                </a:solidFill>
                <a:latin typeface="Archivo"/>
                <a:ea typeface="Archivo"/>
                <a:cs typeface="Archivo"/>
                <a:sym typeface="Archivo"/>
              </a:rPr>
              <a:t>Reach at least 35% of students that live in college apartments across new jersey colleges/universities through social media and ads</a:t>
            </a:r>
            <a:endParaRPr sz="1700">
              <a:solidFill>
                <a:schemeClr val="dk1"/>
              </a:solidFill>
              <a:latin typeface="Archivo"/>
              <a:ea typeface="Archivo"/>
              <a:cs typeface="Archivo"/>
              <a:sym typeface="Archivo"/>
            </a:endParaRPr>
          </a:p>
          <a:p>
            <a:pPr indent="0" lvl="0" marL="0" rtl="0" algn="l">
              <a:spcBef>
                <a:spcPts val="800"/>
              </a:spcBef>
              <a:spcAft>
                <a:spcPts val="0"/>
              </a:spcAft>
              <a:buNone/>
            </a:pPr>
            <a:r>
              <a:t/>
            </a:r>
            <a:endParaRPr sz="1700">
              <a:solidFill>
                <a:schemeClr val="dk1"/>
              </a:solidFill>
              <a:latin typeface="Archivo"/>
              <a:ea typeface="Archivo"/>
              <a:cs typeface="Archivo"/>
              <a:sym typeface="Archivo"/>
            </a:endParaRPr>
          </a:p>
        </p:txBody>
      </p:sp>
      <p:sp>
        <p:nvSpPr>
          <p:cNvPr id="581" name="Google Shape;581;p70"/>
          <p:cNvSpPr txBox="1"/>
          <p:nvPr/>
        </p:nvSpPr>
        <p:spPr>
          <a:xfrm>
            <a:off x="1722175" y="615450"/>
            <a:ext cx="10602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u="sng">
                <a:solidFill>
                  <a:schemeClr val="dk1"/>
                </a:solidFill>
                <a:latin typeface="Archivo"/>
                <a:ea typeface="Archivo"/>
                <a:cs typeface="Archivo"/>
                <a:sym typeface="Archivo"/>
              </a:rPr>
              <a:t>FINANCIAL</a:t>
            </a:r>
            <a:endParaRPr sz="1200" u="sng">
              <a:solidFill>
                <a:schemeClr val="dk1"/>
              </a:solidFill>
              <a:latin typeface="Archivo"/>
              <a:ea typeface="Archivo"/>
              <a:cs typeface="Archivo"/>
              <a:sym typeface="Archivo"/>
            </a:endParaRPr>
          </a:p>
        </p:txBody>
      </p:sp>
      <p:sp>
        <p:nvSpPr>
          <p:cNvPr id="582" name="Google Shape;582;p70"/>
          <p:cNvSpPr txBox="1"/>
          <p:nvPr/>
        </p:nvSpPr>
        <p:spPr>
          <a:xfrm>
            <a:off x="6312475" y="615450"/>
            <a:ext cx="1147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u="sng">
                <a:solidFill>
                  <a:schemeClr val="dk1"/>
                </a:solidFill>
                <a:latin typeface="Archivo"/>
                <a:ea typeface="Archivo"/>
                <a:cs typeface="Archivo"/>
                <a:sym typeface="Archivo"/>
              </a:rPr>
              <a:t>STRATEGIC</a:t>
            </a:r>
            <a:endParaRPr sz="1200" u="sng">
              <a:solidFill>
                <a:schemeClr val="dk1"/>
              </a:solidFill>
              <a:latin typeface="Archivo"/>
              <a:ea typeface="Archivo"/>
              <a:cs typeface="Archivo"/>
              <a:sym typeface="Archivo"/>
            </a:endParaRPr>
          </a:p>
        </p:txBody>
      </p:sp>
      <p:sp>
        <p:nvSpPr>
          <p:cNvPr id="583" name="Google Shape;583;p70"/>
          <p:cNvSpPr txBox="1"/>
          <p:nvPr/>
        </p:nvSpPr>
        <p:spPr>
          <a:xfrm>
            <a:off x="8938200" y="194725"/>
            <a:ext cx="9144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solidFill>
                <a:schemeClr val="dk1"/>
              </a:solidFill>
              <a:latin typeface="Archivo"/>
              <a:ea typeface="Archivo"/>
              <a:cs typeface="Archivo"/>
              <a:sym typeface="Archivo"/>
            </a:endParaRPr>
          </a:p>
        </p:txBody>
      </p:sp>
      <p:sp>
        <p:nvSpPr>
          <p:cNvPr id="584" name="Google Shape;584;p70"/>
          <p:cNvSpPr txBox="1"/>
          <p:nvPr/>
        </p:nvSpPr>
        <p:spPr>
          <a:xfrm>
            <a:off x="8619950" y="173125"/>
            <a:ext cx="9144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chemeClr val="dk1"/>
                </a:solidFill>
                <a:latin typeface="Archivo"/>
                <a:ea typeface="Archivo"/>
                <a:cs typeface="Archivo"/>
                <a:sym typeface="Archivo"/>
              </a:rPr>
              <a:t>5</a:t>
            </a:r>
            <a:endParaRPr sz="700">
              <a:solidFill>
                <a:schemeClr val="dk1"/>
              </a:solidFill>
              <a:latin typeface="Archivo"/>
              <a:ea typeface="Archivo"/>
              <a:cs typeface="Archivo"/>
              <a:sym typeface="Archiv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88" name="Shape 588"/>
        <p:cNvGrpSpPr/>
        <p:nvPr/>
      </p:nvGrpSpPr>
      <p:grpSpPr>
        <a:xfrm>
          <a:off x="0" y="0"/>
          <a:ext cx="0" cy="0"/>
          <a:chOff x="0" y="0"/>
          <a:chExt cx="0" cy="0"/>
        </a:xfrm>
      </p:grpSpPr>
      <p:pic>
        <p:nvPicPr>
          <p:cNvPr id="589" name="Google Shape;589;p71"/>
          <p:cNvPicPr preferRelativeResize="0"/>
          <p:nvPr/>
        </p:nvPicPr>
        <p:blipFill>
          <a:blip r:embed="rId3">
            <a:alphaModFix/>
          </a:blip>
          <a:stretch>
            <a:fillRect/>
          </a:stretch>
        </p:blipFill>
        <p:spPr>
          <a:xfrm>
            <a:off x="67525" y="1801500"/>
            <a:ext cx="2268650" cy="2268650"/>
          </a:xfrm>
          <a:prstGeom prst="rect">
            <a:avLst/>
          </a:prstGeom>
          <a:noFill/>
          <a:ln>
            <a:noFill/>
          </a:ln>
        </p:spPr>
      </p:pic>
      <p:sp>
        <p:nvSpPr>
          <p:cNvPr id="590" name="Google Shape;590;p71"/>
          <p:cNvSpPr txBox="1"/>
          <p:nvPr/>
        </p:nvSpPr>
        <p:spPr>
          <a:xfrm>
            <a:off x="271200" y="279600"/>
            <a:ext cx="8459700" cy="10410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1200"/>
              </a:spcBef>
              <a:spcAft>
                <a:spcPts val="0"/>
              </a:spcAft>
              <a:buNone/>
            </a:pPr>
            <a:r>
              <a:rPr lang="en" sz="2200">
                <a:solidFill>
                  <a:schemeClr val="dk1"/>
                </a:solidFill>
                <a:latin typeface="Archivo SemiBold"/>
                <a:ea typeface="Archivo SemiBold"/>
                <a:cs typeface="Archivo SemiBold"/>
                <a:sym typeface="Archivo SemiBold"/>
              </a:rPr>
              <a:t>Corporate Social Responsibility Key Initiatives and Rationale</a:t>
            </a:r>
            <a:endParaRPr sz="2200">
              <a:solidFill>
                <a:schemeClr val="dk1"/>
              </a:solidFill>
              <a:latin typeface="Archivo SemiBold"/>
              <a:ea typeface="Archivo SemiBold"/>
              <a:cs typeface="Archivo SemiBold"/>
              <a:sym typeface="Archivo SemiBold"/>
            </a:endParaRPr>
          </a:p>
          <a:p>
            <a:pPr indent="0" lvl="0" marL="0" rtl="0" algn="l">
              <a:spcBef>
                <a:spcPts val="1600"/>
              </a:spcBef>
              <a:spcAft>
                <a:spcPts val="0"/>
              </a:spcAft>
              <a:buNone/>
            </a:pPr>
            <a:r>
              <a:t/>
            </a:r>
            <a:endParaRPr sz="1700">
              <a:solidFill>
                <a:schemeClr val="dk1"/>
              </a:solidFill>
              <a:latin typeface="Archivo"/>
              <a:ea typeface="Archivo"/>
              <a:cs typeface="Archivo"/>
              <a:sym typeface="Archivo"/>
            </a:endParaRPr>
          </a:p>
        </p:txBody>
      </p:sp>
      <p:sp>
        <p:nvSpPr>
          <p:cNvPr id="591" name="Google Shape;591;p71"/>
          <p:cNvSpPr txBox="1"/>
          <p:nvPr/>
        </p:nvSpPr>
        <p:spPr>
          <a:xfrm>
            <a:off x="1267750" y="762750"/>
            <a:ext cx="68985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u="sng">
                <a:solidFill>
                  <a:schemeClr val="dk1"/>
                </a:solidFill>
                <a:latin typeface="Archivo Medium"/>
                <a:ea typeface="Archivo Medium"/>
                <a:cs typeface="Archivo Medium"/>
                <a:sym typeface="Archivo Medium"/>
              </a:rPr>
              <a:t>Our team has decided to Adopt CSR Culture and to implement CSR initiatives!</a:t>
            </a:r>
            <a:endParaRPr sz="1500" u="sng">
              <a:solidFill>
                <a:schemeClr val="dk1"/>
              </a:solidFill>
              <a:latin typeface="Archivo Medium"/>
              <a:ea typeface="Archivo Medium"/>
              <a:cs typeface="Archivo Medium"/>
              <a:sym typeface="Archivo Medium"/>
            </a:endParaRPr>
          </a:p>
        </p:txBody>
      </p:sp>
      <p:sp>
        <p:nvSpPr>
          <p:cNvPr id="592" name="Google Shape;592;p71"/>
          <p:cNvSpPr txBox="1"/>
          <p:nvPr/>
        </p:nvSpPr>
        <p:spPr>
          <a:xfrm>
            <a:off x="2146355" y="1602900"/>
            <a:ext cx="2141400" cy="585000"/>
          </a:xfrm>
          <a:prstGeom prst="rect">
            <a:avLst/>
          </a:prstGeom>
          <a:noFill/>
          <a:ln>
            <a:noFill/>
          </a:ln>
        </p:spPr>
        <p:txBody>
          <a:bodyPr anchorCtr="0" anchor="t" bIns="91425" lIns="91425" spcFirstLastPara="1" rIns="91425" wrap="square" tIns="91425">
            <a:spAutoFit/>
          </a:bodyPr>
          <a:lstStyle/>
          <a:p>
            <a:pPr indent="-311150" lvl="0" marL="457200" rtl="0" algn="l">
              <a:spcBef>
                <a:spcPts val="0"/>
              </a:spcBef>
              <a:spcAft>
                <a:spcPts val="0"/>
              </a:spcAft>
              <a:buClr>
                <a:schemeClr val="dk1"/>
              </a:buClr>
              <a:buSzPts val="1300"/>
              <a:buFont typeface="Archivo"/>
              <a:buChar char="-"/>
            </a:pPr>
            <a:r>
              <a:rPr lang="en" sz="1300">
                <a:solidFill>
                  <a:schemeClr val="dk1"/>
                </a:solidFill>
                <a:latin typeface="Archivo"/>
                <a:ea typeface="Archivo"/>
                <a:cs typeface="Archivo"/>
                <a:sym typeface="Archivo"/>
              </a:rPr>
              <a:t>Use sustainable suppliers</a:t>
            </a:r>
            <a:endParaRPr sz="1300">
              <a:solidFill>
                <a:schemeClr val="dk1"/>
              </a:solidFill>
              <a:latin typeface="Archivo"/>
              <a:ea typeface="Archivo"/>
              <a:cs typeface="Archivo"/>
              <a:sym typeface="Archivo"/>
            </a:endParaRPr>
          </a:p>
        </p:txBody>
      </p:sp>
      <p:sp>
        <p:nvSpPr>
          <p:cNvPr id="593" name="Google Shape;593;p71"/>
          <p:cNvSpPr txBox="1"/>
          <p:nvPr/>
        </p:nvSpPr>
        <p:spPr>
          <a:xfrm>
            <a:off x="4390800" y="1637625"/>
            <a:ext cx="4340100" cy="1185300"/>
          </a:xfrm>
          <a:prstGeom prst="rect">
            <a:avLst/>
          </a:prstGeom>
          <a:noFill/>
          <a:ln>
            <a:noFill/>
          </a:ln>
        </p:spPr>
        <p:txBody>
          <a:bodyPr anchorCtr="0" anchor="t" bIns="91425" lIns="91425" spcFirstLastPara="1" rIns="91425" wrap="square" tIns="91425">
            <a:spAutoFit/>
          </a:bodyPr>
          <a:lstStyle/>
          <a:p>
            <a:pPr indent="-311150" lvl="0" marL="457200" rtl="0" algn="l">
              <a:spcBef>
                <a:spcPts val="0"/>
              </a:spcBef>
              <a:spcAft>
                <a:spcPts val="0"/>
              </a:spcAft>
              <a:buClr>
                <a:schemeClr val="dk1"/>
              </a:buClr>
              <a:buSzPts val="1300"/>
              <a:buFont typeface="Archivo"/>
              <a:buChar char="-"/>
            </a:pPr>
            <a:r>
              <a:rPr lang="en" sz="1300">
                <a:solidFill>
                  <a:schemeClr val="dk1"/>
                </a:solidFill>
                <a:latin typeface="Archivo"/>
                <a:ea typeface="Archivo"/>
                <a:cs typeface="Archivo"/>
                <a:sym typeface="Archivo"/>
              </a:rPr>
              <a:t>Ensure that the suppliers reduce greenhouse gas emissions and reduce air pollutants (pick specific warehouses)</a:t>
            </a:r>
            <a:endParaRPr sz="1300">
              <a:solidFill>
                <a:schemeClr val="dk1"/>
              </a:solidFill>
              <a:latin typeface="Archivo"/>
              <a:ea typeface="Archivo"/>
              <a:cs typeface="Archivo"/>
              <a:sym typeface="Archivo"/>
            </a:endParaRPr>
          </a:p>
          <a:p>
            <a:pPr indent="-311150" lvl="0" marL="457200" rtl="0" algn="l">
              <a:spcBef>
                <a:spcPts val="0"/>
              </a:spcBef>
              <a:spcAft>
                <a:spcPts val="0"/>
              </a:spcAft>
              <a:buClr>
                <a:schemeClr val="dk1"/>
              </a:buClr>
              <a:buSzPts val="1300"/>
              <a:buFont typeface="Archivo"/>
              <a:buChar char="-"/>
            </a:pPr>
            <a:r>
              <a:rPr lang="en" sz="1300">
                <a:solidFill>
                  <a:schemeClr val="dk1"/>
                </a:solidFill>
                <a:latin typeface="Archivo"/>
                <a:ea typeface="Archivo"/>
                <a:cs typeface="Archivo"/>
                <a:sym typeface="Archivo"/>
              </a:rPr>
              <a:t>Make sure the farmers/workers are all treated fairly and compensated we</a:t>
            </a:r>
            <a:endParaRPr sz="1300">
              <a:solidFill>
                <a:schemeClr val="dk1"/>
              </a:solidFill>
              <a:latin typeface="Archivo"/>
              <a:ea typeface="Archivo"/>
              <a:cs typeface="Archivo"/>
              <a:sym typeface="Archivo"/>
            </a:endParaRPr>
          </a:p>
        </p:txBody>
      </p:sp>
      <p:sp>
        <p:nvSpPr>
          <p:cNvPr id="594" name="Google Shape;594;p71"/>
          <p:cNvSpPr txBox="1"/>
          <p:nvPr/>
        </p:nvSpPr>
        <p:spPr>
          <a:xfrm>
            <a:off x="2146350" y="2282400"/>
            <a:ext cx="2425800" cy="1305300"/>
          </a:xfrm>
          <a:prstGeom prst="rect">
            <a:avLst/>
          </a:prstGeom>
          <a:noFill/>
          <a:ln>
            <a:noFill/>
          </a:ln>
        </p:spPr>
        <p:txBody>
          <a:bodyPr anchorCtr="0" anchor="t" bIns="91425" lIns="91425" spcFirstLastPara="1" rIns="91425" wrap="square" tIns="91425">
            <a:spAutoFit/>
          </a:bodyPr>
          <a:lstStyle/>
          <a:p>
            <a:pPr indent="-311150" lvl="0" marL="457200" rtl="0" algn="l">
              <a:lnSpc>
                <a:spcPct val="115000"/>
              </a:lnSpc>
              <a:spcBef>
                <a:spcPts val="1200"/>
              </a:spcBef>
              <a:spcAft>
                <a:spcPts val="0"/>
              </a:spcAft>
              <a:buClr>
                <a:schemeClr val="dk1"/>
              </a:buClr>
              <a:buSzPts val="1300"/>
              <a:buFont typeface="Archivo"/>
              <a:buChar char="-"/>
            </a:pPr>
            <a:r>
              <a:rPr lang="en" sz="1300">
                <a:solidFill>
                  <a:schemeClr val="dk1"/>
                </a:solidFill>
                <a:latin typeface="Archivo"/>
                <a:ea typeface="Archivo"/>
                <a:cs typeface="Archivo"/>
                <a:sym typeface="Archivo"/>
              </a:rPr>
              <a:t>Sustainable Packaging Initiative: Use recyclable or compostable meal containers and reduce single-use plastics</a:t>
            </a:r>
            <a:endParaRPr sz="1300">
              <a:solidFill>
                <a:schemeClr val="dk1"/>
              </a:solidFill>
              <a:latin typeface="Archivo"/>
              <a:ea typeface="Archivo"/>
              <a:cs typeface="Archivo"/>
              <a:sym typeface="Archivo"/>
            </a:endParaRPr>
          </a:p>
        </p:txBody>
      </p:sp>
      <p:sp>
        <p:nvSpPr>
          <p:cNvPr id="595" name="Google Shape;595;p71"/>
          <p:cNvSpPr txBox="1"/>
          <p:nvPr/>
        </p:nvSpPr>
        <p:spPr>
          <a:xfrm>
            <a:off x="4425125" y="2723250"/>
            <a:ext cx="4427400" cy="1229100"/>
          </a:xfrm>
          <a:prstGeom prst="rect">
            <a:avLst/>
          </a:prstGeom>
          <a:noFill/>
          <a:ln>
            <a:noFill/>
          </a:ln>
        </p:spPr>
        <p:txBody>
          <a:bodyPr anchorCtr="0" anchor="t" bIns="91425" lIns="91425" spcFirstLastPara="1" rIns="91425" wrap="square" tIns="91425">
            <a:spAutoFit/>
          </a:bodyPr>
          <a:lstStyle/>
          <a:p>
            <a:pPr indent="-311150" lvl="0" marL="457200" rtl="0" algn="l">
              <a:lnSpc>
                <a:spcPct val="115000"/>
              </a:lnSpc>
              <a:spcBef>
                <a:spcPts val="1200"/>
              </a:spcBef>
              <a:spcAft>
                <a:spcPts val="0"/>
              </a:spcAft>
              <a:buClr>
                <a:schemeClr val="dk1"/>
              </a:buClr>
              <a:buSzPts val="1300"/>
              <a:buFont typeface="Archivo"/>
              <a:buChar char="-"/>
            </a:pPr>
            <a:r>
              <a:rPr lang="en" sz="1300">
                <a:solidFill>
                  <a:schemeClr val="dk1"/>
                </a:solidFill>
                <a:latin typeface="Archivo"/>
                <a:ea typeface="Archivo"/>
                <a:cs typeface="Archivo"/>
                <a:sym typeface="Archivo"/>
              </a:rPr>
              <a:t>College students are environmentally conscious. This idea directly addresses their environmental concerns and reduces waste on campus.</a:t>
            </a:r>
            <a:endParaRPr sz="1300">
              <a:solidFill>
                <a:schemeClr val="dk1"/>
              </a:solidFill>
              <a:latin typeface="Archivo"/>
              <a:ea typeface="Archivo"/>
              <a:cs typeface="Archivo"/>
              <a:sym typeface="Archivo"/>
            </a:endParaRPr>
          </a:p>
          <a:p>
            <a:pPr indent="0" lvl="0" marL="0" rtl="0" algn="l">
              <a:spcBef>
                <a:spcPts val="1200"/>
              </a:spcBef>
              <a:spcAft>
                <a:spcPts val="0"/>
              </a:spcAft>
              <a:buNone/>
            </a:pPr>
            <a:r>
              <a:t/>
            </a:r>
            <a:endParaRPr sz="1300">
              <a:solidFill>
                <a:schemeClr val="dk1"/>
              </a:solidFill>
              <a:latin typeface="Archivo"/>
              <a:ea typeface="Archivo"/>
              <a:cs typeface="Archivo"/>
              <a:sym typeface="Archivo"/>
            </a:endParaRPr>
          </a:p>
        </p:txBody>
      </p:sp>
      <p:sp>
        <p:nvSpPr>
          <p:cNvPr id="596" name="Google Shape;596;p71"/>
          <p:cNvSpPr txBox="1"/>
          <p:nvPr/>
        </p:nvSpPr>
        <p:spPr>
          <a:xfrm>
            <a:off x="2190000" y="3511325"/>
            <a:ext cx="2200800" cy="985200"/>
          </a:xfrm>
          <a:prstGeom prst="rect">
            <a:avLst/>
          </a:prstGeom>
          <a:noFill/>
          <a:ln>
            <a:noFill/>
          </a:ln>
        </p:spPr>
        <p:txBody>
          <a:bodyPr anchorCtr="0" anchor="t" bIns="91425" lIns="91425" spcFirstLastPara="1" rIns="91425" wrap="square" tIns="91425">
            <a:spAutoFit/>
          </a:bodyPr>
          <a:lstStyle/>
          <a:p>
            <a:pPr indent="-311150" lvl="0" marL="457200" rtl="0" algn="l">
              <a:spcBef>
                <a:spcPts val="0"/>
              </a:spcBef>
              <a:spcAft>
                <a:spcPts val="0"/>
              </a:spcAft>
              <a:buClr>
                <a:schemeClr val="dk1"/>
              </a:buClr>
              <a:buSzPts val="1300"/>
              <a:buFont typeface="Archivo"/>
              <a:buChar char="-"/>
            </a:pPr>
            <a:r>
              <a:rPr lang="en" sz="1300">
                <a:solidFill>
                  <a:schemeClr val="dk1"/>
                </a:solidFill>
                <a:latin typeface="Archivo"/>
                <a:ea typeface="Archivo"/>
                <a:cs typeface="Archivo"/>
                <a:sym typeface="Archivo"/>
              </a:rPr>
              <a:t>Donating money or food to food banks/shelters</a:t>
            </a:r>
            <a:endParaRPr sz="1300">
              <a:solidFill>
                <a:schemeClr val="dk1"/>
              </a:solidFill>
              <a:latin typeface="Archivo"/>
              <a:ea typeface="Archivo"/>
              <a:cs typeface="Archivo"/>
              <a:sym typeface="Archivo"/>
            </a:endParaRPr>
          </a:p>
          <a:p>
            <a:pPr indent="0" lvl="0" marL="0" rtl="0" algn="l">
              <a:spcBef>
                <a:spcPts val="0"/>
              </a:spcBef>
              <a:spcAft>
                <a:spcPts val="0"/>
              </a:spcAft>
              <a:buNone/>
            </a:pPr>
            <a:r>
              <a:t/>
            </a:r>
            <a:endParaRPr sz="1300">
              <a:solidFill>
                <a:schemeClr val="dk1"/>
              </a:solidFill>
              <a:latin typeface="Archivo"/>
              <a:ea typeface="Archivo"/>
              <a:cs typeface="Archivo"/>
              <a:sym typeface="Archivo"/>
            </a:endParaRPr>
          </a:p>
        </p:txBody>
      </p:sp>
      <p:sp>
        <p:nvSpPr>
          <p:cNvPr id="597" name="Google Shape;597;p71"/>
          <p:cNvSpPr txBox="1"/>
          <p:nvPr/>
        </p:nvSpPr>
        <p:spPr>
          <a:xfrm>
            <a:off x="4390800" y="3511325"/>
            <a:ext cx="4340100" cy="1169700"/>
          </a:xfrm>
          <a:prstGeom prst="rect">
            <a:avLst/>
          </a:prstGeom>
          <a:noFill/>
          <a:ln>
            <a:noFill/>
          </a:ln>
        </p:spPr>
        <p:txBody>
          <a:bodyPr anchorCtr="0" anchor="t" bIns="91425" lIns="91425" spcFirstLastPara="1" rIns="91425" wrap="square" tIns="91425">
            <a:spAutoFit/>
          </a:bodyPr>
          <a:lstStyle/>
          <a:p>
            <a:pPr indent="-311150" lvl="0" marL="457200" rtl="0" algn="l">
              <a:spcBef>
                <a:spcPts val="0"/>
              </a:spcBef>
              <a:spcAft>
                <a:spcPts val="0"/>
              </a:spcAft>
              <a:buClr>
                <a:schemeClr val="dk1"/>
              </a:buClr>
              <a:buSzPts val="1300"/>
              <a:buFont typeface="Archivo"/>
              <a:buChar char="-"/>
            </a:pPr>
            <a:r>
              <a:rPr lang="en" sz="1300">
                <a:solidFill>
                  <a:schemeClr val="dk1"/>
                </a:solidFill>
                <a:latin typeface="Archivo"/>
                <a:ea typeface="Archivo"/>
                <a:cs typeface="Archivo"/>
                <a:sym typeface="Archivo"/>
              </a:rPr>
              <a:t>This business is very heavily food based, and catered to students who need more affordability in healthy food, it would have a good social impact if there are food donations for the less fortunate </a:t>
            </a:r>
            <a:endParaRPr sz="1300">
              <a:solidFill>
                <a:schemeClr val="dk1"/>
              </a:solidFill>
              <a:latin typeface="Archivo"/>
              <a:ea typeface="Archivo"/>
              <a:cs typeface="Archivo"/>
              <a:sym typeface="Archivo"/>
            </a:endParaRPr>
          </a:p>
          <a:p>
            <a:pPr indent="0" lvl="0" marL="0" rtl="0" algn="l">
              <a:spcBef>
                <a:spcPts val="0"/>
              </a:spcBef>
              <a:spcAft>
                <a:spcPts val="0"/>
              </a:spcAft>
              <a:buNone/>
            </a:pPr>
            <a:r>
              <a:t/>
            </a:r>
            <a:endParaRPr sz="1200">
              <a:solidFill>
                <a:schemeClr val="dk1"/>
              </a:solidFill>
              <a:latin typeface="Archivo"/>
              <a:ea typeface="Archivo"/>
              <a:cs typeface="Archivo"/>
              <a:sym typeface="Archivo"/>
            </a:endParaRPr>
          </a:p>
        </p:txBody>
      </p:sp>
      <p:sp>
        <p:nvSpPr>
          <p:cNvPr id="598" name="Google Shape;598;p71"/>
          <p:cNvSpPr txBox="1"/>
          <p:nvPr/>
        </p:nvSpPr>
        <p:spPr>
          <a:xfrm>
            <a:off x="2678400" y="1320600"/>
            <a:ext cx="1361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u="sng">
                <a:solidFill>
                  <a:schemeClr val="dk1"/>
                </a:solidFill>
                <a:latin typeface="Archivo"/>
                <a:ea typeface="Archivo"/>
                <a:cs typeface="Archivo"/>
                <a:sym typeface="Archivo"/>
              </a:rPr>
              <a:t>CSR Initiative</a:t>
            </a:r>
            <a:endParaRPr b="1" u="sng">
              <a:solidFill>
                <a:schemeClr val="dk1"/>
              </a:solidFill>
              <a:latin typeface="Archivo"/>
              <a:ea typeface="Archivo"/>
              <a:cs typeface="Archivo"/>
              <a:sym typeface="Archivo"/>
            </a:endParaRPr>
          </a:p>
        </p:txBody>
      </p:sp>
      <p:sp>
        <p:nvSpPr>
          <p:cNvPr id="599" name="Google Shape;599;p71"/>
          <p:cNvSpPr txBox="1"/>
          <p:nvPr/>
        </p:nvSpPr>
        <p:spPr>
          <a:xfrm>
            <a:off x="4878178" y="1320600"/>
            <a:ext cx="1032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u="sng">
                <a:solidFill>
                  <a:schemeClr val="dk1"/>
                </a:solidFill>
                <a:latin typeface="Archivo"/>
                <a:ea typeface="Archivo"/>
                <a:cs typeface="Archivo"/>
                <a:sym typeface="Archivo"/>
              </a:rPr>
              <a:t>Rationale</a:t>
            </a:r>
            <a:endParaRPr b="1" u="sng">
              <a:solidFill>
                <a:schemeClr val="dk1"/>
              </a:solidFill>
              <a:latin typeface="Archivo"/>
              <a:ea typeface="Archivo"/>
              <a:cs typeface="Archivo"/>
              <a:sym typeface="Archivo"/>
            </a:endParaRPr>
          </a:p>
        </p:txBody>
      </p:sp>
      <p:sp>
        <p:nvSpPr>
          <p:cNvPr id="600" name="Google Shape;600;p71"/>
          <p:cNvSpPr txBox="1"/>
          <p:nvPr/>
        </p:nvSpPr>
        <p:spPr>
          <a:xfrm>
            <a:off x="8730900" y="223050"/>
            <a:ext cx="9144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chemeClr val="dk1"/>
                </a:solidFill>
                <a:latin typeface="Archivo"/>
                <a:ea typeface="Archivo"/>
                <a:cs typeface="Archivo"/>
                <a:sym typeface="Archivo"/>
              </a:rPr>
              <a:t>6</a:t>
            </a:r>
            <a:endParaRPr sz="700">
              <a:solidFill>
                <a:schemeClr val="dk1"/>
              </a:solidFill>
              <a:latin typeface="Archivo"/>
              <a:ea typeface="Archivo"/>
              <a:cs typeface="Archivo"/>
              <a:sym typeface="Archiv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04" name="Shape 604"/>
        <p:cNvGrpSpPr/>
        <p:nvPr/>
      </p:nvGrpSpPr>
      <p:grpSpPr>
        <a:xfrm>
          <a:off x="0" y="0"/>
          <a:ext cx="0" cy="0"/>
          <a:chOff x="0" y="0"/>
          <a:chExt cx="0" cy="0"/>
        </a:xfrm>
      </p:grpSpPr>
      <p:sp>
        <p:nvSpPr>
          <p:cNvPr id="605" name="Google Shape;605;p72"/>
          <p:cNvSpPr txBox="1"/>
          <p:nvPr/>
        </p:nvSpPr>
        <p:spPr>
          <a:xfrm>
            <a:off x="2488350" y="84600"/>
            <a:ext cx="41673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500">
                <a:solidFill>
                  <a:schemeClr val="dk1"/>
                </a:solidFill>
                <a:latin typeface="Archivo"/>
                <a:ea typeface="Archivo"/>
                <a:cs typeface="Archivo"/>
                <a:sym typeface="Archivo"/>
              </a:rPr>
              <a:t>New Products and Services</a:t>
            </a:r>
            <a:endParaRPr sz="2500">
              <a:solidFill>
                <a:schemeClr val="dk1"/>
              </a:solidFill>
              <a:latin typeface="Archivo"/>
              <a:ea typeface="Archivo"/>
              <a:cs typeface="Archivo"/>
              <a:sym typeface="Archivo"/>
            </a:endParaRPr>
          </a:p>
        </p:txBody>
      </p:sp>
      <p:sp>
        <p:nvSpPr>
          <p:cNvPr id="606" name="Google Shape;606;p72"/>
          <p:cNvSpPr txBox="1"/>
          <p:nvPr/>
        </p:nvSpPr>
        <p:spPr>
          <a:xfrm>
            <a:off x="676900" y="952500"/>
            <a:ext cx="5132700" cy="26781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Font typeface="Archivo"/>
              <a:buChar char="●"/>
            </a:pPr>
            <a:r>
              <a:rPr lang="en" sz="1800">
                <a:solidFill>
                  <a:schemeClr val="dk1"/>
                </a:solidFill>
                <a:latin typeface="Archivo"/>
                <a:ea typeface="Archivo"/>
                <a:cs typeface="Archivo"/>
                <a:sym typeface="Archivo"/>
              </a:rPr>
              <a:t>Our new product is a High-Protein Fitness Meal Line </a:t>
            </a:r>
            <a:endParaRPr sz="1800">
              <a:solidFill>
                <a:schemeClr val="dk1"/>
              </a:solidFill>
              <a:latin typeface="Archivo"/>
              <a:ea typeface="Archivo"/>
              <a:cs typeface="Archivo"/>
              <a:sym typeface="Archivo"/>
            </a:endParaRPr>
          </a:p>
          <a:p>
            <a:pPr indent="0" lvl="0" marL="457200" rtl="0" algn="l">
              <a:spcBef>
                <a:spcPts val="0"/>
              </a:spcBef>
              <a:spcAft>
                <a:spcPts val="0"/>
              </a:spcAft>
              <a:buNone/>
            </a:pPr>
            <a:r>
              <a:t/>
            </a:r>
            <a:endParaRPr sz="1800">
              <a:solidFill>
                <a:schemeClr val="dk1"/>
              </a:solidFill>
              <a:latin typeface="Archivo"/>
              <a:ea typeface="Archivo"/>
              <a:cs typeface="Archivo"/>
              <a:sym typeface="Archivo"/>
            </a:endParaRPr>
          </a:p>
          <a:p>
            <a:pPr indent="-342900" lvl="0" marL="457200" rtl="0" algn="l">
              <a:spcBef>
                <a:spcPts val="0"/>
              </a:spcBef>
              <a:spcAft>
                <a:spcPts val="0"/>
              </a:spcAft>
              <a:buClr>
                <a:schemeClr val="dk1"/>
              </a:buClr>
              <a:buSzPts val="1800"/>
              <a:buFont typeface="Archivo"/>
              <a:buChar char="●"/>
            </a:pPr>
            <a:r>
              <a:rPr lang="en" sz="1800">
                <a:solidFill>
                  <a:schemeClr val="dk1"/>
                </a:solidFill>
                <a:latin typeface="Archivo"/>
                <a:ea typeface="Archivo"/>
                <a:cs typeface="Archivo"/>
                <a:sym typeface="Archivo"/>
              </a:rPr>
              <a:t>These are pre-made meals focused on students who work out or play sports.</a:t>
            </a:r>
            <a:endParaRPr sz="1800">
              <a:solidFill>
                <a:schemeClr val="dk1"/>
              </a:solidFill>
              <a:latin typeface="Archivo"/>
              <a:ea typeface="Archivo"/>
              <a:cs typeface="Archivo"/>
              <a:sym typeface="Archivo"/>
            </a:endParaRPr>
          </a:p>
          <a:p>
            <a:pPr indent="0" lvl="0" marL="457200" rtl="0" algn="l">
              <a:spcBef>
                <a:spcPts val="0"/>
              </a:spcBef>
              <a:spcAft>
                <a:spcPts val="0"/>
              </a:spcAft>
              <a:buNone/>
            </a:pPr>
            <a:r>
              <a:t/>
            </a:r>
            <a:endParaRPr sz="1800">
              <a:solidFill>
                <a:schemeClr val="dk1"/>
              </a:solidFill>
              <a:latin typeface="Archivo"/>
              <a:ea typeface="Archivo"/>
              <a:cs typeface="Archivo"/>
              <a:sym typeface="Archivo"/>
            </a:endParaRPr>
          </a:p>
          <a:p>
            <a:pPr indent="-342900" lvl="0" marL="457200" rtl="0" algn="l">
              <a:spcBef>
                <a:spcPts val="0"/>
              </a:spcBef>
              <a:spcAft>
                <a:spcPts val="0"/>
              </a:spcAft>
              <a:buClr>
                <a:schemeClr val="dk1"/>
              </a:buClr>
              <a:buSzPts val="1800"/>
              <a:buFont typeface="Archivo"/>
              <a:buChar char="●"/>
            </a:pPr>
            <a:r>
              <a:rPr lang="en" sz="1800">
                <a:solidFill>
                  <a:schemeClr val="dk1"/>
                </a:solidFill>
                <a:latin typeface="Archivo"/>
                <a:ea typeface="Archivo"/>
                <a:cs typeface="Archivo"/>
                <a:sym typeface="Archivo"/>
              </a:rPr>
              <a:t> Higher protein portions sold at a slightly higher price point.</a:t>
            </a:r>
            <a:endParaRPr sz="1800">
              <a:solidFill>
                <a:schemeClr val="dk1"/>
              </a:solidFill>
              <a:latin typeface="Archivo"/>
              <a:ea typeface="Archivo"/>
              <a:cs typeface="Archivo"/>
              <a:sym typeface="Archivo"/>
            </a:endParaRPr>
          </a:p>
          <a:p>
            <a:pPr indent="0" lvl="0" marL="0" rtl="0" algn="l">
              <a:spcBef>
                <a:spcPts val="0"/>
              </a:spcBef>
              <a:spcAft>
                <a:spcPts val="0"/>
              </a:spcAft>
              <a:buNone/>
            </a:pPr>
            <a:r>
              <a:t/>
            </a:r>
            <a:endParaRPr sz="1800">
              <a:solidFill>
                <a:schemeClr val="dk1"/>
              </a:solidFill>
              <a:latin typeface="Archivo"/>
              <a:ea typeface="Archivo"/>
              <a:cs typeface="Archivo"/>
              <a:sym typeface="Archivo"/>
            </a:endParaRPr>
          </a:p>
        </p:txBody>
      </p:sp>
      <p:pic>
        <p:nvPicPr>
          <p:cNvPr id="607" name="Google Shape;607;p72"/>
          <p:cNvPicPr preferRelativeResize="0"/>
          <p:nvPr/>
        </p:nvPicPr>
        <p:blipFill>
          <a:blip r:embed="rId3">
            <a:alphaModFix/>
          </a:blip>
          <a:stretch>
            <a:fillRect/>
          </a:stretch>
        </p:blipFill>
        <p:spPr>
          <a:xfrm>
            <a:off x="6336775" y="1187450"/>
            <a:ext cx="2208200" cy="2208200"/>
          </a:xfrm>
          <a:prstGeom prst="rect">
            <a:avLst/>
          </a:prstGeom>
          <a:noFill/>
          <a:ln>
            <a:noFill/>
          </a:ln>
        </p:spPr>
      </p:pic>
      <p:sp>
        <p:nvSpPr>
          <p:cNvPr id="608" name="Google Shape;608;p72"/>
          <p:cNvSpPr txBox="1"/>
          <p:nvPr/>
        </p:nvSpPr>
        <p:spPr>
          <a:xfrm>
            <a:off x="8667475" y="223050"/>
            <a:ext cx="9144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chemeClr val="dk1"/>
                </a:solidFill>
                <a:latin typeface="Archivo"/>
                <a:ea typeface="Archivo"/>
                <a:cs typeface="Archivo"/>
                <a:sym typeface="Archivo"/>
              </a:rPr>
              <a:t>7</a:t>
            </a:r>
            <a:endParaRPr sz="700">
              <a:solidFill>
                <a:schemeClr val="dk1"/>
              </a:solidFill>
              <a:latin typeface="Archivo"/>
              <a:ea typeface="Archivo"/>
              <a:cs typeface="Archivo"/>
              <a:sym typeface="Archiv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73"/>
          <p:cNvSpPr txBox="1"/>
          <p:nvPr/>
        </p:nvSpPr>
        <p:spPr>
          <a:xfrm>
            <a:off x="2922300" y="267250"/>
            <a:ext cx="35850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700">
                <a:solidFill>
                  <a:schemeClr val="dk1"/>
                </a:solidFill>
                <a:latin typeface="Archivo"/>
                <a:ea typeface="Archivo"/>
                <a:cs typeface="Archivo"/>
                <a:sym typeface="Archivo"/>
              </a:rPr>
              <a:t>National Expansion</a:t>
            </a:r>
            <a:endParaRPr b="1" sz="2700">
              <a:solidFill>
                <a:schemeClr val="dk1"/>
              </a:solidFill>
              <a:latin typeface="Archivo"/>
              <a:ea typeface="Archivo"/>
              <a:cs typeface="Archivo"/>
              <a:sym typeface="Archivo"/>
            </a:endParaRPr>
          </a:p>
        </p:txBody>
      </p:sp>
      <p:sp>
        <p:nvSpPr>
          <p:cNvPr id="614" name="Google Shape;614;p73"/>
          <p:cNvSpPr txBox="1"/>
          <p:nvPr/>
        </p:nvSpPr>
        <p:spPr>
          <a:xfrm>
            <a:off x="608525" y="952500"/>
            <a:ext cx="7104600" cy="358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solidFill>
                  <a:schemeClr val="dk1"/>
                </a:solidFill>
                <a:latin typeface="Archivo"/>
                <a:ea typeface="Archivo"/>
                <a:cs typeface="Archivo"/>
                <a:sym typeface="Archivo"/>
              </a:rPr>
              <a:t>Decision</a:t>
            </a:r>
            <a:endParaRPr b="1" sz="2400">
              <a:solidFill>
                <a:schemeClr val="dk1"/>
              </a:solidFill>
              <a:latin typeface="Archivo"/>
              <a:ea typeface="Archivo"/>
              <a:cs typeface="Archivo"/>
              <a:sym typeface="Archivo"/>
            </a:endParaRPr>
          </a:p>
          <a:p>
            <a:pPr indent="0" lvl="0" marL="0" rtl="0" algn="l">
              <a:spcBef>
                <a:spcPts val="0"/>
              </a:spcBef>
              <a:spcAft>
                <a:spcPts val="0"/>
              </a:spcAft>
              <a:buNone/>
            </a:pPr>
            <a:r>
              <a:rPr lang="en" sz="1600">
                <a:solidFill>
                  <a:schemeClr val="dk1"/>
                </a:solidFill>
                <a:latin typeface="Archivo"/>
                <a:ea typeface="Archivo"/>
                <a:cs typeface="Archivo"/>
                <a:sym typeface="Archivo"/>
              </a:rPr>
              <a:t>Yes, we will nationally expand, </a:t>
            </a:r>
            <a:r>
              <a:rPr lang="en" sz="1600">
                <a:solidFill>
                  <a:schemeClr val="dk1"/>
                </a:solidFill>
                <a:latin typeface="Archivo"/>
                <a:ea typeface="Archivo"/>
                <a:cs typeface="Archivo"/>
                <a:sym typeface="Archivo"/>
              </a:rPr>
              <a:t>but only </a:t>
            </a:r>
            <a:r>
              <a:rPr lang="en" sz="1600">
                <a:solidFill>
                  <a:schemeClr val="dk1"/>
                </a:solidFill>
                <a:latin typeface="Archivo"/>
                <a:ea typeface="Archivo"/>
                <a:cs typeface="Archivo"/>
                <a:sym typeface="Archivo"/>
              </a:rPr>
              <a:t>after we establish our brand.</a:t>
            </a:r>
            <a:endParaRPr sz="1600">
              <a:solidFill>
                <a:schemeClr val="dk1"/>
              </a:solidFill>
              <a:latin typeface="Archivo"/>
              <a:ea typeface="Archivo"/>
              <a:cs typeface="Archivo"/>
              <a:sym typeface="Archivo"/>
            </a:endParaRPr>
          </a:p>
          <a:p>
            <a:pPr indent="0" lvl="0" marL="0" rtl="0" algn="l">
              <a:spcBef>
                <a:spcPts val="0"/>
              </a:spcBef>
              <a:spcAft>
                <a:spcPts val="0"/>
              </a:spcAft>
              <a:buNone/>
            </a:pPr>
            <a:r>
              <a:t/>
            </a:r>
            <a:endParaRPr sz="1200">
              <a:solidFill>
                <a:schemeClr val="dk1"/>
              </a:solidFill>
              <a:latin typeface="Archivo"/>
              <a:ea typeface="Archivo"/>
              <a:cs typeface="Archivo"/>
              <a:sym typeface="Archivo"/>
            </a:endParaRPr>
          </a:p>
          <a:p>
            <a:pPr indent="0" lvl="0" marL="0" rtl="0" algn="l">
              <a:spcBef>
                <a:spcPts val="0"/>
              </a:spcBef>
              <a:spcAft>
                <a:spcPts val="0"/>
              </a:spcAft>
              <a:buNone/>
            </a:pPr>
            <a:r>
              <a:t/>
            </a:r>
            <a:endParaRPr sz="1200">
              <a:solidFill>
                <a:schemeClr val="dk1"/>
              </a:solidFill>
              <a:latin typeface="Archivo"/>
              <a:ea typeface="Archivo"/>
              <a:cs typeface="Archivo"/>
              <a:sym typeface="Archivo"/>
            </a:endParaRPr>
          </a:p>
          <a:p>
            <a:pPr indent="0" lvl="0" marL="0" rtl="0" algn="l">
              <a:spcBef>
                <a:spcPts val="0"/>
              </a:spcBef>
              <a:spcAft>
                <a:spcPts val="0"/>
              </a:spcAft>
              <a:buNone/>
            </a:pPr>
            <a:r>
              <a:rPr b="1" lang="en" sz="2400">
                <a:solidFill>
                  <a:schemeClr val="dk1"/>
                </a:solidFill>
                <a:latin typeface="Archivo"/>
                <a:ea typeface="Archivo"/>
                <a:cs typeface="Archivo"/>
                <a:sym typeface="Archivo"/>
              </a:rPr>
              <a:t>Approach</a:t>
            </a:r>
            <a:endParaRPr b="1" sz="2400">
              <a:solidFill>
                <a:schemeClr val="dk1"/>
              </a:solidFill>
              <a:latin typeface="Archivo"/>
              <a:ea typeface="Archivo"/>
              <a:cs typeface="Archivo"/>
              <a:sym typeface="Archivo"/>
            </a:endParaRPr>
          </a:p>
          <a:p>
            <a:pPr indent="0" lvl="0" marL="0" rtl="0" algn="l">
              <a:spcBef>
                <a:spcPts val="0"/>
              </a:spcBef>
              <a:spcAft>
                <a:spcPts val="0"/>
              </a:spcAft>
              <a:buNone/>
            </a:pPr>
            <a:r>
              <a:rPr lang="en" sz="1500">
                <a:solidFill>
                  <a:schemeClr val="dk1"/>
                </a:solidFill>
                <a:latin typeface="Archivo"/>
                <a:ea typeface="Archivo"/>
                <a:cs typeface="Archivo"/>
                <a:sym typeface="Archivo"/>
              </a:rPr>
              <a:t>The approach we would go with is franchising</a:t>
            </a:r>
            <a:endParaRPr sz="1500">
              <a:solidFill>
                <a:schemeClr val="dk1"/>
              </a:solidFill>
              <a:latin typeface="Archivo"/>
              <a:ea typeface="Archivo"/>
              <a:cs typeface="Archivo"/>
              <a:sym typeface="Archivo"/>
            </a:endParaRPr>
          </a:p>
          <a:p>
            <a:pPr indent="0" lvl="0" marL="0" rtl="0" algn="l">
              <a:spcBef>
                <a:spcPts val="0"/>
              </a:spcBef>
              <a:spcAft>
                <a:spcPts val="0"/>
              </a:spcAft>
              <a:buNone/>
            </a:pPr>
            <a:r>
              <a:t/>
            </a:r>
            <a:endParaRPr sz="1200">
              <a:solidFill>
                <a:schemeClr val="dk1"/>
              </a:solidFill>
              <a:latin typeface="Archivo"/>
              <a:ea typeface="Archivo"/>
              <a:cs typeface="Archivo"/>
              <a:sym typeface="Archivo"/>
            </a:endParaRPr>
          </a:p>
          <a:p>
            <a:pPr indent="0" lvl="0" marL="0" rtl="0" algn="l">
              <a:spcBef>
                <a:spcPts val="0"/>
              </a:spcBef>
              <a:spcAft>
                <a:spcPts val="0"/>
              </a:spcAft>
              <a:buNone/>
            </a:pPr>
            <a:r>
              <a:t/>
            </a:r>
            <a:endParaRPr sz="1200">
              <a:solidFill>
                <a:schemeClr val="dk1"/>
              </a:solidFill>
              <a:latin typeface="Archivo"/>
              <a:ea typeface="Archivo"/>
              <a:cs typeface="Archivo"/>
              <a:sym typeface="Archivo"/>
            </a:endParaRPr>
          </a:p>
          <a:p>
            <a:pPr indent="0" lvl="0" marL="0" rtl="0" algn="l">
              <a:spcBef>
                <a:spcPts val="0"/>
              </a:spcBef>
              <a:spcAft>
                <a:spcPts val="0"/>
              </a:spcAft>
              <a:buNone/>
            </a:pPr>
            <a:r>
              <a:rPr b="1" lang="en" sz="2400">
                <a:solidFill>
                  <a:schemeClr val="dk1"/>
                </a:solidFill>
                <a:latin typeface="Archivo"/>
                <a:ea typeface="Archivo"/>
                <a:cs typeface="Archivo"/>
                <a:sym typeface="Archivo"/>
              </a:rPr>
              <a:t>Rationale</a:t>
            </a:r>
            <a:endParaRPr b="1" sz="2400">
              <a:solidFill>
                <a:schemeClr val="dk1"/>
              </a:solidFill>
              <a:latin typeface="Archivo"/>
              <a:ea typeface="Archivo"/>
              <a:cs typeface="Archivo"/>
              <a:sym typeface="Archivo"/>
            </a:endParaRPr>
          </a:p>
          <a:p>
            <a:pPr indent="0" lvl="0" marL="0" rtl="0" algn="l">
              <a:spcBef>
                <a:spcPts val="0"/>
              </a:spcBef>
              <a:spcAft>
                <a:spcPts val="0"/>
              </a:spcAft>
              <a:buNone/>
            </a:pPr>
            <a:r>
              <a:rPr lang="en">
                <a:solidFill>
                  <a:schemeClr val="dk1"/>
                </a:solidFill>
                <a:latin typeface="Archivo"/>
                <a:ea typeface="Archivo"/>
                <a:cs typeface="Archivo"/>
                <a:sym typeface="Archivo"/>
              </a:rPr>
              <a:t>National expansion would give us multiple revenue streams and extend our reach. We chose franchising because it enables faster growth with less capital required, reduces our financial risk, and empowers owners who truly understand their local campus communities. It would give us control over who runs the stores and let us access local business owners who know their communities well.</a:t>
            </a:r>
            <a:endParaRPr>
              <a:solidFill>
                <a:schemeClr val="dk1"/>
              </a:solidFill>
              <a:latin typeface="Archivo"/>
              <a:ea typeface="Archivo"/>
              <a:cs typeface="Archivo"/>
              <a:sym typeface="Archivo"/>
            </a:endParaRPr>
          </a:p>
        </p:txBody>
      </p:sp>
      <p:pic>
        <p:nvPicPr>
          <p:cNvPr id="615" name="Google Shape;615;p73"/>
          <p:cNvPicPr preferRelativeResize="0"/>
          <p:nvPr/>
        </p:nvPicPr>
        <p:blipFill>
          <a:blip r:embed="rId3">
            <a:alphaModFix/>
          </a:blip>
          <a:stretch>
            <a:fillRect/>
          </a:stretch>
        </p:blipFill>
        <p:spPr>
          <a:xfrm>
            <a:off x="6638825" y="1281900"/>
            <a:ext cx="2319975" cy="2319975"/>
          </a:xfrm>
          <a:prstGeom prst="rect">
            <a:avLst/>
          </a:prstGeom>
          <a:noFill/>
          <a:ln>
            <a:noFill/>
          </a:ln>
        </p:spPr>
      </p:pic>
      <p:sp>
        <p:nvSpPr>
          <p:cNvPr id="616" name="Google Shape;616;p73"/>
          <p:cNvSpPr txBox="1"/>
          <p:nvPr/>
        </p:nvSpPr>
        <p:spPr>
          <a:xfrm>
            <a:off x="8638975" y="76800"/>
            <a:ext cx="9144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chemeClr val="dk1"/>
                </a:solidFill>
                <a:latin typeface="Archivo"/>
                <a:ea typeface="Archivo"/>
                <a:cs typeface="Archivo"/>
                <a:sym typeface="Archivo"/>
              </a:rPr>
              <a:t>8</a:t>
            </a:r>
            <a:endParaRPr sz="700">
              <a:solidFill>
                <a:schemeClr val="dk1"/>
              </a:solidFill>
              <a:latin typeface="Archivo"/>
              <a:ea typeface="Archivo"/>
              <a:cs typeface="Archivo"/>
              <a:sym typeface="Archiv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20" name="Shape 620"/>
        <p:cNvGrpSpPr/>
        <p:nvPr/>
      </p:nvGrpSpPr>
      <p:grpSpPr>
        <a:xfrm>
          <a:off x="0" y="0"/>
          <a:ext cx="0" cy="0"/>
          <a:chOff x="0" y="0"/>
          <a:chExt cx="0" cy="0"/>
        </a:xfrm>
      </p:grpSpPr>
      <p:sp>
        <p:nvSpPr>
          <p:cNvPr id="621" name="Google Shape;621;p74"/>
          <p:cNvSpPr txBox="1"/>
          <p:nvPr>
            <p:ph type="title"/>
          </p:nvPr>
        </p:nvSpPr>
        <p:spPr>
          <a:xfrm>
            <a:off x="361975" y="1066100"/>
            <a:ext cx="6346800" cy="447000"/>
          </a:xfrm>
          <a:prstGeom prst="rect">
            <a:avLst/>
          </a:prstGeom>
        </p:spPr>
        <p:txBody>
          <a:bodyPr anchorCtr="0" anchor="t" bIns="0" lIns="0" spcFirstLastPara="1" rIns="0" wrap="square" tIns="0">
            <a:noAutofit/>
          </a:bodyPr>
          <a:lstStyle/>
          <a:p>
            <a:pPr indent="0" lvl="0" marL="0" marR="203200" rtl="0" algn="l">
              <a:spcBef>
                <a:spcPts val="0"/>
              </a:spcBef>
              <a:spcAft>
                <a:spcPts val="0"/>
              </a:spcAft>
              <a:buNone/>
            </a:pPr>
            <a:r>
              <a:rPr lang="en" sz="1800">
                <a:latin typeface="Archivo Medium"/>
                <a:ea typeface="Archivo Medium"/>
                <a:cs typeface="Archivo Medium"/>
                <a:sym typeface="Archivo Medium"/>
              </a:rPr>
              <a:t>We decided to globally expand into Canada.</a:t>
            </a:r>
            <a:endParaRPr sz="1800">
              <a:latin typeface="Archivo Medium"/>
              <a:ea typeface="Archivo Medium"/>
              <a:cs typeface="Archivo Medium"/>
              <a:sym typeface="Archivo Medium"/>
            </a:endParaRPr>
          </a:p>
          <a:p>
            <a:pPr indent="0" lvl="0" marL="457200" marR="203200" rtl="0" algn="l">
              <a:spcBef>
                <a:spcPts val="0"/>
              </a:spcBef>
              <a:spcAft>
                <a:spcPts val="0"/>
              </a:spcAft>
              <a:buNone/>
            </a:pPr>
            <a:r>
              <a:t/>
            </a:r>
            <a:endParaRPr sz="1400">
              <a:latin typeface="Archivo Medium"/>
              <a:ea typeface="Archivo Medium"/>
              <a:cs typeface="Archivo Medium"/>
              <a:sym typeface="Archivo Medium"/>
            </a:endParaRPr>
          </a:p>
        </p:txBody>
      </p:sp>
      <p:sp>
        <p:nvSpPr>
          <p:cNvPr id="622" name="Google Shape;622;p74"/>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23" name="Google Shape;623;p74"/>
          <p:cNvSpPr txBox="1"/>
          <p:nvPr>
            <p:ph idx="2" type="subTitle"/>
          </p:nvPr>
        </p:nvSpPr>
        <p:spPr>
          <a:xfrm>
            <a:off x="361975" y="539900"/>
            <a:ext cx="8367600" cy="307800"/>
          </a:xfrm>
          <a:prstGeom prst="rect">
            <a:avLst/>
          </a:prstGeom>
        </p:spPr>
        <p:txBody>
          <a:bodyPr anchorCtr="0" anchor="b" bIns="0" lIns="0" spcFirstLastPara="1" rIns="0" wrap="square" tIns="0">
            <a:spAutoFit/>
          </a:bodyPr>
          <a:lstStyle/>
          <a:p>
            <a:pPr indent="0" lvl="0" marL="0" rtl="0" algn="l">
              <a:spcBef>
                <a:spcPts val="0"/>
              </a:spcBef>
              <a:spcAft>
                <a:spcPts val="0"/>
              </a:spcAft>
              <a:buNone/>
            </a:pPr>
            <a:r>
              <a:rPr b="1" lang="en"/>
              <a:t>Global Expansion </a:t>
            </a:r>
            <a:endParaRPr b="1"/>
          </a:p>
        </p:txBody>
      </p:sp>
      <p:sp>
        <p:nvSpPr>
          <p:cNvPr id="624" name="Google Shape;624;p74"/>
          <p:cNvSpPr/>
          <p:nvPr/>
        </p:nvSpPr>
        <p:spPr>
          <a:xfrm>
            <a:off x="361975" y="1513100"/>
            <a:ext cx="2550300" cy="1806600"/>
          </a:xfrm>
          <a:prstGeom prst="roundRect">
            <a:avLst>
              <a:gd fmla="val 7021" name="adj"/>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Archivo"/>
                <a:ea typeface="Archivo"/>
                <a:cs typeface="Archivo"/>
                <a:sym typeface="Archivo"/>
              </a:rPr>
              <a:t>Opportunities</a:t>
            </a:r>
            <a:endParaRPr>
              <a:solidFill>
                <a:schemeClr val="dk1"/>
              </a:solidFill>
              <a:latin typeface="Archivo"/>
              <a:ea typeface="Archivo"/>
              <a:cs typeface="Archivo"/>
              <a:sym typeface="Archivo"/>
            </a:endParaRPr>
          </a:p>
          <a:p>
            <a:pPr indent="-304800" lvl="0" marL="457200" rtl="0" algn="l">
              <a:spcBef>
                <a:spcPts val="0"/>
              </a:spcBef>
              <a:spcAft>
                <a:spcPts val="0"/>
              </a:spcAft>
              <a:buClr>
                <a:schemeClr val="dk1"/>
              </a:buClr>
              <a:buSzPts val="1200"/>
              <a:buFont typeface="Archivo"/>
              <a:buChar char="●"/>
            </a:pPr>
            <a:r>
              <a:rPr lang="en" sz="1200">
                <a:solidFill>
                  <a:schemeClr val="dk1"/>
                </a:solidFill>
                <a:latin typeface="Archivo"/>
                <a:ea typeface="Archivo"/>
                <a:cs typeface="Archivo"/>
                <a:sym typeface="Archivo"/>
              </a:rPr>
              <a:t>Similar Culture to the U.S</a:t>
            </a:r>
            <a:endParaRPr sz="1200">
              <a:solidFill>
                <a:schemeClr val="dk1"/>
              </a:solidFill>
              <a:latin typeface="Archivo"/>
              <a:ea typeface="Archivo"/>
              <a:cs typeface="Archivo"/>
              <a:sym typeface="Archivo"/>
            </a:endParaRPr>
          </a:p>
          <a:p>
            <a:pPr indent="-304800" lvl="0" marL="457200" rtl="0" algn="l">
              <a:spcBef>
                <a:spcPts val="0"/>
              </a:spcBef>
              <a:spcAft>
                <a:spcPts val="0"/>
              </a:spcAft>
              <a:buClr>
                <a:schemeClr val="dk1"/>
              </a:buClr>
              <a:buSzPts val="1200"/>
              <a:buFont typeface="Archivo"/>
              <a:buChar char="●"/>
            </a:pPr>
            <a:r>
              <a:rPr lang="en" sz="1200">
                <a:solidFill>
                  <a:schemeClr val="dk1"/>
                </a:solidFill>
                <a:latin typeface="Archivo"/>
                <a:ea typeface="Archivo"/>
                <a:cs typeface="Archivo"/>
                <a:sym typeface="Archivo"/>
              </a:rPr>
              <a:t>Large College Population</a:t>
            </a:r>
            <a:endParaRPr sz="1200">
              <a:solidFill>
                <a:schemeClr val="dk1"/>
              </a:solidFill>
              <a:latin typeface="Archivo"/>
              <a:ea typeface="Archivo"/>
              <a:cs typeface="Archivo"/>
              <a:sym typeface="Archivo"/>
            </a:endParaRPr>
          </a:p>
          <a:p>
            <a:pPr indent="-304800" lvl="0" marL="457200" rtl="0" algn="l">
              <a:spcBef>
                <a:spcPts val="0"/>
              </a:spcBef>
              <a:spcAft>
                <a:spcPts val="0"/>
              </a:spcAft>
              <a:buClr>
                <a:schemeClr val="dk1"/>
              </a:buClr>
              <a:buSzPts val="1200"/>
              <a:buFont typeface="Archivo"/>
              <a:buChar char="●"/>
            </a:pPr>
            <a:r>
              <a:rPr lang="en" sz="1200">
                <a:solidFill>
                  <a:schemeClr val="dk1"/>
                </a:solidFill>
                <a:latin typeface="Archivo"/>
                <a:ea typeface="Archivo"/>
                <a:cs typeface="Archivo"/>
                <a:sym typeface="Archivo"/>
              </a:rPr>
              <a:t>Strong Economy</a:t>
            </a:r>
            <a:endParaRPr sz="1200">
              <a:solidFill>
                <a:schemeClr val="dk1"/>
              </a:solidFill>
              <a:latin typeface="Archivo"/>
              <a:ea typeface="Archivo"/>
              <a:cs typeface="Archivo"/>
              <a:sym typeface="Archivo"/>
            </a:endParaRPr>
          </a:p>
          <a:p>
            <a:pPr indent="-304800" lvl="0" marL="457200" rtl="0" algn="l">
              <a:spcBef>
                <a:spcPts val="0"/>
              </a:spcBef>
              <a:spcAft>
                <a:spcPts val="0"/>
              </a:spcAft>
              <a:buClr>
                <a:schemeClr val="dk1"/>
              </a:buClr>
              <a:buSzPts val="1200"/>
              <a:buFont typeface="Archivo"/>
              <a:buChar char="●"/>
            </a:pPr>
            <a:r>
              <a:rPr lang="en" sz="1200">
                <a:solidFill>
                  <a:schemeClr val="dk1"/>
                </a:solidFill>
                <a:latin typeface="Archivo"/>
                <a:ea typeface="Archivo"/>
                <a:cs typeface="Archivo"/>
                <a:sym typeface="Archivo"/>
              </a:rPr>
              <a:t>Easy market entry</a:t>
            </a:r>
            <a:endParaRPr sz="1200">
              <a:solidFill>
                <a:schemeClr val="dk1"/>
              </a:solidFill>
              <a:latin typeface="Archivo"/>
              <a:ea typeface="Archivo"/>
              <a:cs typeface="Archivo"/>
              <a:sym typeface="Archivo"/>
            </a:endParaRPr>
          </a:p>
        </p:txBody>
      </p:sp>
      <p:sp>
        <p:nvSpPr>
          <p:cNvPr id="625" name="Google Shape;625;p74"/>
          <p:cNvSpPr/>
          <p:nvPr/>
        </p:nvSpPr>
        <p:spPr>
          <a:xfrm>
            <a:off x="3032425" y="1513100"/>
            <a:ext cx="2550300" cy="1806600"/>
          </a:xfrm>
          <a:prstGeom prst="roundRect">
            <a:avLst>
              <a:gd fmla="val 7021" name="adj"/>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Archivo"/>
                <a:ea typeface="Archivo"/>
                <a:cs typeface="Archivo"/>
                <a:sym typeface="Archivo"/>
              </a:rPr>
              <a:t>Challenges</a:t>
            </a:r>
            <a:endParaRPr>
              <a:solidFill>
                <a:schemeClr val="dk1"/>
              </a:solidFill>
              <a:latin typeface="Archivo"/>
              <a:ea typeface="Archivo"/>
              <a:cs typeface="Archivo"/>
              <a:sym typeface="Archivo"/>
            </a:endParaRPr>
          </a:p>
          <a:p>
            <a:pPr indent="-304800" lvl="0" marL="457200" rtl="0" algn="l">
              <a:spcBef>
                <a:spcPts val="0"/>
              </a:spcBef>
              <a:spcAft>
                <a:spcPts val="0"/>
              </a:spcAft>
              <a:buClr>
                <a:schemeClr val="dk1"/>
              </a:buClr>
              <a:buSzPts val="1200"/>
              <a:buFont typeface="Archivo"/>
              <a:buChar char="●"/>
            </a:pPr>
            <a:r>
              <a:rPr lang="en" sz="1200">
                <a:solidFill>
                  <a:schemeClr val="dk1"/>
                </a:solidFill>
                <a:latin typeface="Archivo"/>
                <a:ea typeface="Archivo"/>
                <a:cs typeface="Archivo"/>
                <a:sym typeface="Archivo"/>
              </a:rPr>
              <a:t>Higher operating Cost</a:t>
            </a:r>
            <a:endParaRPr sz="1200">
              <a:solidFill>
                <a:schemeClr val="dk1"/>
              </a:solidFill>
              <a:latin typeface="Archivo"/>
              <a:ea typeface="Archivo"/>
              <a:cs typeface="Archivo"/>
              <a:sym typeface="Archivo"/>
            </a:endParaRPr>
          </a:p>
          <a:p>
            <a:pPr indent="-304800" lvl="0" marL="457200" rtl="0" algn="l">
              <a:spcBef>
                <a:spcPts val="0"/>
              </a:spcBef>
              <a:spcAft>
                <a:spcPts val="0"/>
              </a:spcAft>
              <a:buClr>
                <a:schemeClr val="dk1"/>
              </a:buClr>
              <a:buSzPts val="1200"/>
              <a:buFont typeface="Archivo"/>
              <a:buChar char="●"/>
            </a:pPr>
            <a:r>
              <a:rPr lang="en" sz="1200">
                <a:solidFill>
                  <a:schemeClr val="dk1"/>
                </a:solidFill>
                <a:latin typeface="Archivo"/>
                <a:ea typeface="Archivo"/>
                <a:cs typeface="Archivo"/>
                <a:sym typeface="Archivo"/>
              </a:rPr>
              <a:t>Different Food Regulations</a:t>
            </a:r>
            <a:endParaRPr sz="1200">
              <a:solidFill>
                <a:schemeClr val="dk1"/>
              </a:solidFill>
              <a:latin typeface="Archivo"/>
              <a:ea typeface="Archivo"/>
              <a:cs typeface="Archivo"/>
              <a:sym typeface="Archivo"/>
            </a:endParaRPr>
          </a:p>
          <a:p>
            <a:pPr indent="-304800" lvl="0" marL="457200" rtl="0" algn="l">
              <a:spcBef>
                <a:spcPts val="0"/>
              </a:spcBef>
              <a:spcAft>
                <a:spcPts val="0"/>
              </a:spcAft>
              <a:buClr>
                <a:schemeClr val="dk1"/>
              </a:buClr>
              <a:buSzPts val="1200"/>
              <a:buFont typeface="Archivo"/>
              <a:buChar char="●"/>
            </a:pPr>
            <a:r>
              <a:rPr lang="en" sz="1200">
                <a:solidFill>
                  <a:schemeClr val="dk1"/>
                </a:solidFill>
                <a:latin typeface="Archivo"/>
                <a:ea typeface="Archivo"/>
                <a:cs typeface="Archivo"/>
                <a:sym typeface="Archivo"/>
              </a:rPr>
              <a:t>Different federal </a:t>
            </a:r>
            <a:r>
              <a:rPr lang="en" sz="1200">
                <a:solidFill>
                  <a:schemeClr val="dk1"/>
                </a:solidFill>
                <a:latin typeface="Archivo"/>
                <a:ea typeface="Archivo"/>
                <a:cs typeface="Archivo"/>
                <a:sym typeface="Archivo"/>
              </a:rPr>
              <a:t>Regulations</a:t>
            </a:r>
            <a:endParaRPr sz="1200">
              <a:solidFill>
                <a:schemeClr val="dk1"/>
              </a:solidFill>
              <a:latin typeface="Archivo"/>
              <a:ea typeface="Archivo"/>
              <a:cs typeface="Archivo"/>
              <a:sym typeface="Archivo"/>
            </a:endParaRPr>
          </a:p>
        </p:txBody>
      </p:sp>
      <p:sp>
        <p:nvSpPr>
          <p:cNvPr id="626" name="Google Shape;626;p74"/>
          <p:cNvSpPr/>
          <p:nvPr/>
        </p:nvSpPr>
        <p:spPr>
          <a:xfrm>
            <a:off x="5702875" y="1513100"/>
            <a:ext cx="2550300" cy="1806600"/>
          </a:xfrm>
          <a:prstGeom prst="roundRect">
            <a:avLst>
              <a:gd fmla="val 7021" name="adj"/>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Archivo"/>
                <a:ea typeface="Archivo"/>
                <a:cs typeface="Archivo"/>
                <a:sym typeface="Archivo"/>
              </a:rPr>
              <a:t>Rationale</a:t>
            </a:r>
            <a:endParaRPr>
              <a:solidFill>
                <a:schemeClr val="dk1"/>
              </a:solidFill>
              <a:latin typeface="Archivo"/>
              <a:ea typeface="Archivo"/>
              <a:cs typeface="Archivo"/>
              <a:sym typeface="Archivo"/>
            </a:endParaRPr>
          </a:p>
          <a:p>
            <a:pPr indent="-304800" lvl="0" marL="457200" rtl="0" algn="l">
              <a:spcBef>
                <a:spcPts val="0"/>
              </a:spcBef>
              <a:spcAft>
                <a:spcPts val="0"/>
              </a:spcAft>
              <a:buClr>
                <a:schemeClr val="dk1"/>
              </a:buClr>
              <a:buSzPts val="1200"/>
              <a:buFont typeface="Archivo"/>
              <a:buChar char="●"/>
            </a:pPr>
            <a:r>
              <a:rPr lang="en" sz="1200">
                <a:solidFill>
                  <a:schemeClr val="dk1"/>
                </a:solidFill>
                <a:latin typeface="Archivo"/>
                <a:ea typeface="Archivo"/>
                <a:cs typeface="Archivo"/>
                <a:sym typeface="Archivo"/>
              </a:rPr>
              <a:t>Similar Culture</a:t>
            </a:r>
            <a:endParaRPr sz="1200">
              <a:solidFill>
                <a:schemeClr val="dk1"/>
              </a:solidFill>
              <a:latin typeface="Archivo"/>
              <a:ea typeface="Archivo"/>
              <a:cs typeface="Archivo"/>
              <a:sym typeface="Archivo"/>
            </a:endParaRPr>
          </a:p>
          <a:p>
            <a:pPr indent="-304800" lvl="0" marL="457200" rtl="0" algn="l">
              <a:spcBef>
                <a:spcPts val="0"/>
              </a:spcBef>
              <a:spcAft>
                <a:spcPts val="0"/>
              </a:spcAft>
              <a:buClr>
                <a:schemeClr val="dk1"/>
              </a:buClr>
              <a:buSzPts val="1200"/>
              <a:buFont typeface="Archivo"/>
              <a:buChar char="●"/>
            </a:pPr>
            <a:r>
              <a:rPr lang="en" sz="1200">
                <a:solidFill>
                  <a:schemeClr val="dk1"/>
                </a:solidFill>
                <a:latin typeface="Archivo"/>
                <a:ea typeface="Archivo"/>
                <a:cs typeface="Archivo"/>
                <a:sym typeface="Archivo"/>
              </a:rPr>
              <a:t>Easy Entry</a:t>
            </a:r>
            <a:endParaRPr sz="1200">
              <a:solidFill>
                <a:schemeClr val="dk1"/>
              </a:solidFill>
              <a:latin typeface="Archivo"/>
              <a:ea typeface="Archivo"/>
              <a:cs typeface="Archivo"/>
              <a:sym typeface="Archivo"/>
            </a:endParaRPr>
          </a:p>
          <a:p>
            <a:pPr indent="-304800" lvl="0" marL="457200" rtl="0" algn="l">
              <a:spcBef>
                <a:spcPts val="0"/>
              </a:spcBef>
              <a:spcAft>
                <a:spcPts val="0"/>
              </a:spcAft>
              <a:buClr>
                <a:schemeClr val="dk1"/>
              </a:buClr>
              <a:buSzPts val="1200"/>
              <a:buFont typeface="Archivo"/>
              <a:buChar char="●"/>
            </a:pPr>
            <a:r>
              <a:rPr lang="en" sz="1200">
                <a:solidFill>
                  <a:schemeClr val="dk1"/>
                </a:solidFill>
                <a:latin typeface="Archivo"/>
                <a:ea typeface="Archivo"/>
                <a:cs typeface="Archivo"/>
                <a:sym typeface="Archivo"/>
              </a:rPr>
              <a:t>Good College Life</a:t>
            </a:r>
            <a:endParaRPr sz="1200">
              <a:solidFill>
                <a:schemeClr val="dk1"/>
              </a:solidFill>
              <a:latin typeface="Archivo"/>
              <a:ea typeface="Archivo"/>
              <a:cs typeface="Archivo"/>
              <a:sym typeface="Archivo"/>
            </a:endParaRPr>
          </a:p>
          <a:p>
            <a:pPr indent="0" lvl="0" marL="457200" rtl="0" algn="l">
              <a:spcBef>
                <a:spcPts val="0"/>
              </a:spcBef>
              <a:spcAft>
                <a:spcPts val="0"/>
              </a:spcAft>
              <a:buNone/>
            </a:pPr>
            <a:r>
              <a:t/>
            </a:r>
            <a:endParaRPr sz="1200">
              <a:solidFill>
                <a:schemeClr val="dk1"/>
              </a:solidFill>
              <a:latin typeface="Archivo"/>
              <a:ea typeface="Archivo"/>
              <a:cs typeface="Archivo"/>
              <a:sym typeface="Archivo"/>
            </a:endParaRPr>
          </a:p>
        </p:txBody>
      </p:sp>
      <p:pic>
        <p:nvPicPr>
          <p:cNvPr id="627" name="Google Shape;627;p74"/>
          <p:cNvPicPr preferRelativeResize="0"/>
          <p:nvPr/>
        </p:nvPicPr>
        <p:blipFill>
          <a:blip r:embed="rId3">
            <a:alphaModFix/>
          </a:blip>
          <a:stretch>
            <a:fillRect/>
          </a:stretch>
        </p:blipFill>
        <p:spPr>
          <a:xfrm>
            <a:off x="6381875" y="233350"/>
            <a:ext cx="2114550" cy="11334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31" name="Shape 631"/>
        <p:cNvGrpSpPr/>
        <p:nvPr/>
      </p:nvGrpSpPr>
      <p:grpSpPr>
        <a:xfrm>
          <a:off x="0" y="0"/>
          <a:ext cx="0" cy="0"/>
          <a:chOff x="0" y="0"/>
          <a:chExt cx="0" cy="0"/>
        </a:xfrm>
      </p:grpSpPr>
      <p:sp>
        <p:nvSpPr>
          <p:cNvPr id="632" name="Google Shape;632;p75"/>
          <p:cNvSpPr txBox="1"/>
          <p:nvPr>
            <p:ph type="title"/>
          </p:nvPr>
        </p:nvSpPr>
        <p:spPr>
          <a:xfrm>
            <a:off x="361975" y="1066100"/>
            <a:ext cx="7016100" cy="447000"/>
          </a:xfrm>
          <a:prstGeom prst="rect">
            <a:avLst/>
          </a:prstGeom>
        </p:spPr>
        <p:txBody>
          <a:bodyPr anchorCtr="0" anchor="t" bIns="0" lIns="0" spcFirstLastPara="1" rIns="0" wrap="square" tIns="0">
            <a:noAutofit/>
          </a:bodyPr>
          <a:lstStyle/>
          <a:p>
            <a:pPr indent="0" lvl="0" marL="0" marR="203200" rtl="0" algn="l">
              <a:spcBef>
                <a:spcPts val="0"/>
              </a:spcBef>
              <a:spcAft>
                <a:spcPts val="0"/>
              </a:spcAft>
              <a:buNone/>
            </a:pPr>
            <a:r>
              <a:rPr lang="en" sz="1800">
                <a:latin typeface="Archivo Medium"/>
                <a:ea typeface="Archivo Medium"/>
                <a:cs typeface="Archivo Medium"/>
                <a:sym typeface="Archivo Medium"/>
              </a:rPr>
              <a:t>We decided to use a </a:t>
            </a:r>
            <a:r>
              <a:rPr lang="en" sz="1800">
                <a:latin typeface="Archivo Medium"/>
                <a:ea typeface="Archivo Medium"/>
                <a:cs typeface="Archivo Medium"/>
                <a:sym typeface="Archivo Medium"/>
              </a:rPr>
              <a:t>combo</a:t>
            </a:r>
            <a:r>
              <a:rPr lang="en" sz="1800">
                <a:latin typeface="Archivo Medium"/>
                <a:ea typeface="Archivo Medium"/>
                <a:cs typeface="Archivo Medium"/>
                <a:sym typeface="Archivo Medium"/>
              </a:rPr>
              <a:t> strategy and a joint entry strategy.</a:t>
            </a:r>
            <a:endParaRPr sz="1800">
              <a:latin typeface="Archivo Medium"/>
              <a:ea typeface="Archivo Medium"/>
              <a:cs typeface="Archivo Medium"/>
              <a:sym typeface="Archivo Medium"/>
            </a:endParaRPr>
          </a:p>
          <a:p>
            <a:pPr indent="0" lvl="0" marL="457200" marR="203200" rtl="0" algn="l">
              <a:spcBef>
                <a:spcPts val="0"/>
              </a:spcBef>
              <a:spcAft>
                <a:spcPts val="0"/>
              </a:spcAft>
              <a:buNone/>
            </a:pPr>
            <a:r>
              <a:t/>
            </a:r>
            <a:endParaRPr sz="1400">
              <a:latin typeface="Archivo Medium"/>
              <a:ea typeface="Archivo Medium"/>
              <a:cs typeface="Archivo Medium"/>
              <a:sym typeface="Archivo Medium"/>
            </a:endParaRPr>
          </a:p>
        </p:txBody>
      </p:sp>
      <p:sp>
        <p:nvSpPr>
          <p:cNvPr id="633" name="Google Shape;633;p75"/>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34" name="Google Shape;634;p75"/>
          <p:cNvSpPr txBox="1"/>
          <p:nvPr>
            <p:ph idx="2" type="subTitle"/>
          </p:nvPr>
        </p:nvSpPr>
        <p:spPr>
          <a:xfrm>
            <a:off x="361975" y="539900"/>
            <a:ext cx="8367600" cy="307800"/>
          </a:xfrm>
          <a:prstGeom prst="rect">
            <a:avLst/>
          </a:prstGeom>
        </p:spPr>
        <p:txBody>
          <a:bodyPr anchorCtr="0" anchor="b" bIns="0" lIns="0" spcFirstLastPara="1" rIns="0" wrap="square" tIns="0">
            <a:spAutoFit/>
          </a:bodyPr>
          <a:lstStyle/>
          <a:p>
            <a:pPr indent="0" lvl="0" marL="0" rtl="0" algn="l">
              <a:spcBef>
                <a:spcPts val="0"/>
              </a:spcBef>
              <a:spcAft>
                <a:spcPts val="0"/>
              </a:spcAft>
              <a:buNone/>
            </a:pPr>
            <a:r>
              <a:rPr b="1" lang="en"/>
              <a:t>Expansion &amp; Entry Strategy</a:t>
            </a:r>
            <a:endParaRPr b="1"/>
          </a:p>
        </p:txBody>
      </p:sp>
      <p:sp>
        <p:nvSpPr>
          <p:cNvPr id="635" name="Google Shape;635;p75"/>
          <p:cNvSpPr/>
          <p:nvPr/>
        </p:nvSpPr>
        <p:spPr>
          <a:xfrm>
            <a:off x="1708875" y="1513100"/>
            <a:ext cx="2550300" cy="1806600"/>
          </a:xfrm>
          <a:prstGeom prst="roundRect">
            <a:avLst>
              <a:gd fmla="val 7021" name="adj"/>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Archivo"/>
                <a:ea typeface="Archivo"/>
                <a:cs typeface="Archivo"/>
                <a:sym typeface="Archivo"/>
              </a:rPr>
              <a:t>Custom</a:t>
            </a:r>
            <a:endParaRPr>
              <a:solidFill>
                <a:schemeClr val="dk1"/>
              </a:solidFill>
              <a:latin typeface="Archivo"/>
              <a:ea typeface="Archivo"/>
              <a:cs typeface="Archivo"/>
              <a:sym typeface="Archivo"/>
            </a:endParaRPr>
          </a:p>
          <a:p>
            <a:pPr indent="-304800" lvl="0" marL="457200" rtl="0" algn="l">
              <a:spcBef>
                <a:spcPts val="0"/>
              </a:spcBef>
              <a:spcAft>
                <a:spcPts val="0"/>
              </a:spcAft>
              <a:buClr>
                <a:schemeClr val="dk1"/>
              </a:buClr>
              <a:buSzPts val="1200"/>
              <a:buFont typeface="Archivo"/>
              <a:buChar char="●"/>
            </a:pPr>
            <a:r>
              <a:rPr lang="en">
                <a:solidFill>
                  <a:schemeClr val="dk1"/>
                </a:solidFill>
                <a:latin typeface="Archivo"/>
                <a:ea typeface="Archivo"/>
                <a:cs typeface="Archivo"/>
                <a:sym typeface="Archivo"/>
              </a:rPr>
              <a:t>Better fit for the locals</a:t>
            </a:r>
            <a:endParaRPr>
              <a:solidFill>
                <a:schemeClr val="dk1"/>
              </a:solidFill>
              <a:latin typeface="Archivo"/>
              <a:ea typeface="Archivo"/>
              <a:cs typeface="Archivo"/>
              <a:sym typeface="Archivo"/>
            </a:endParaRPr>
          </a:p>
          <a:p>
            <a:pPr indent="-317500" lvl="0" marL="457200" rtl="0" algn="l">
              <a:spcBef>
                <a:spcPts val="0"/>
              </a:spcBef>
              <a:spcAft>
                <a:spcPts val="0"/>
              </a:spcAft>
              <a:buClr>
                <a:schemeClr val="dk1"/>
              </a:buClr>
              <a:buSzPts val="1400"/>
              <a:buFont typeface="Archivo"/>
              <a:buChar char="●"/>
            </a:pPr>
            <a:r>
              <a:rPr lang="en">
                <a:solidFill>
                  <a:schemeClr val="dk1"/>
                </a:solidFill>
                <a:latin typeface="Archivo"/>
                <a:ea typeface="Archivo"/>
                <a:cs typeface="Archivo"/>
                <a:sym typeface="Archivo"/>
              </a:rPr>
              <a:t>Higher customer satisfaction</a:t>
            </a:r>
            <a:endParaRPr>
              <a:solidFill>
                <a:schemeClr val="dk1"/>
              </a:solidFill>
              <a:latin typeface="Archivo"/>
              <a:ea typeface="Archivo"/>
              <a:cs typeface="Archivo"/>
              <a:sym typeface="Archivo"/>
            </a:endParaRPr>
          </a:p>
        </p:txBody>
      </p:sp>
      <p:sp>
        <p:nvSpPr>
          <p:cNvPr id="636" name="Google Shape;636;p75"/>
          <p:cNvSpPr/>
          <p:nvPr/>
        </p:nvSpPr>
        <p:spPr>
          <a:xfrm>
            <a:off x="4692350" y="1513100"/>
            <a:ext cx="2550300" cy="1806600"/>
          </a:xfrm>
          <a:prstGeom prst="roundRect">
            <a:avLst>
              <a:gd fmla="val 7021" name="adj"/>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Archivo"/>
                <a:ea typeface="Archivo"/>
                <a:cs typeface="Archivo"/>
                <a:sym typeface="Archivo"/>
              </a:rPr>
              <a:t>Joint</a:t>
            </a:r>
            <a:endParaRPr>
              <a:solidFill>
                <a:schemeClr val="dk1"/>
              </a:solidFill>
              <a:latin typeface="Archivo"/>
              <a:ea typeface="Archivo"/>
              <a:cs typeface="Archivo"/>
              <a:sym typeface="Archivo"/>
            </a:endParaRPr>
          </a:p>
          <a:p>
            <a:pPr indent="-304800" lvl="0" marL="457200" rtl="0" algn="l">
              <a:spcBef>
                <a:spcPts val="0"/>
              </a:spcBef>
              <a:spcAft>
                <a:spcPts val="0"/>
              </a:spcAft>
              <a:buClr>
                <a:schemeClr val="dk1"/>
              </a:buClr>
              <a:buSzPts val="1200"/>
              <a:buFont typeface="Archivo"/>
              <a:buChar char="●"/>
            </a:pPr>
            <a:r>
              <a:rPr lang="en" sz="1200">
                <a:solidFill>
                  <a:schemeClr val="dk1"/>
                </a:solidFill>
                <a:latin typeface="Archivo"/>
                <a:ea typeface="Archivo"/>
                <a:cs typeface="Archivo"/>
                <a:sym typeface="Archivo"/>
              </a:rPr>
              <a:t>Allows us to partner with local companies</a:t>
            </a:r>
            <a:endParaRPr sz="1200">
              <a:solidFill>
                <a:schemeClr val="dk1"/>
              </a:solidFill>
              <a:latin typeface="Archivo"/>
              <a:ea typeface="Archivo"/>
              <a:cs typeface="Archivo"/>
              <a:sym typeface="Archivo"/>
            </a:endParaRPr>
          </a:p>
          <a:p>
            <a:pPr indent="-304800" lvl="0" marL="457200" rtl="0" algn="l">
              <a:spcBef>
                <a:spcPts val="0"/>
              </a:spcBef>
              <a:spcAft>
                <a:spcPts val="0"/>
              </a:spcAft>
              <a:buClr>
                <a:schemeClr val="dk1"/>
              </a:buClr>
              <a:buSzPts val="1200"/>
              <a:buFont typeface="Archivo"/>
              <a:buChar char="●"/>
            </a:pPr>
            <a:r>
              <a:rPr lang="en" sz="1200">
                <a:solidFill>
                  <a:schemeClr val="dk1"/>
                </a:solidFill>
                <a:latin typeface="Archivo"/>
                <a:ea typeface="Archivo"/>
                <a:cs typeface="Archivo"/>
                <a:sym typeface="Archivo"/>
              </a:rPr>
              <a:t>Gives us a head start in learning new culture and regulations</a:t>
            </a:r>
            <a:endParaRPr sz="1200">
              <a:solidFill>
                <a:schemeClr val="dk1"/>
              </a:solidFill>
              <a:latin typeface="Archivo"/>
              <a:ea typeface="Archivo"/>
              <a:cs typeface="Archivo"/>
              <a:sym typeface="Archivo"/>
            </a:endParaRPr>
          </a:p>
          <a:p>
            <a:pPr indent="-304800" lvl="0" marL="457200" rtl="0" algn="l">
              <a:spcBef>
                <a:spcPts val="0"/>
              </a:spcBef>
              <a:spcAft>
                <a:spcPts val="0"/>
              </a:spcAft>
              <a:buClr>
                <a:schemeClr val="dk1"/>
              </a:buClr>
              <a:buSzPts val="1200"/>
              <a:buFont typeface="Archivo"/>
              <a:buChar char="●"/>
            </a:pPr>
            <a:r>
              <a:rPr lang="en" sz="1200">
                <a:solidFill>
                  <a:schemeClr val="dk1"/>
                </a:solidFill>
                <a:latin typeface="Archivo"/>
                <a:ea typeface="Archivo"/>
                <a:cs typeface="Archivo"/>
                <a:sym typeface="Archivo"/>
              </a:rPr>
              <a:t>Maintain control over our brand and operations</a:t>
            </a:r>
            <a:endParaRPr sz="1200">
              <a:solidFill>
                <a:schemeClr val="dk1"/>
              </a:solidFill>
              <a:latin typeface="Archivo"/>
              <a:ea typeface="Archivo"/>
              <a:cs typeface="Archivo"/>
              <a:sym typeface="Archiv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p76"/>
          <p:cNvSpPr txBox="1"/>
          <p:nvPr>
            <p:ph idx="2" type="subTitle"/>
          </p:nvPr>
        </p:nvSpPr>
        <p:spPr>
          <a:xfrm>
            <a:off x="361975" y="539900"/>
            <a:ext cx="8367600" cy="307800"/>
          </a:xfrm>
          <a:prstGeom prst="rect">
            <a:avLst/>
          </a:prstGeom>
        </p:spPr>
        <p:txBody>
          <a:bodyPr anchorCtr="0" anchor="b" bIns="0" lIns="0" spcFirstLastPara="1" rIns="0" wrap="square" tIns="0">
            <a:spAutoFit/>
          </a:bodyPr>
          <a:lstStyle/>
          <a:p>
            <a:pPr indent="0" lvl="0" marL="0" rtl="0" algn="ctr">
              <a:spcBef>
                <a:spcPts val="0"/>
              </a:spcBef>
              <a:spcAft>
                <a:spcPts val="0"/>
              </a:spcAft>
              <a:buNone/>
            </a:pPr>
            <a:r>
              <a:rPr b="1" lang="en"/>
              <a:t>Key Job - Nutritionist</a:t>
            </a:r>
            <a:endParaRPr b="1"/>
          </a:p>
        </p:txBody>
      </p:sp>
      <p:sp>
        <p:nvSpPr>
          <p:cNvPr id="642" name="Google Shape;642;p76"/>
          <p:cNvSpPr/>
          <p:nvPr/>
        </p:nvSpPr>
        <p:spPr>
          <a:xfrm>
            <a:off x="1503000" y="952500"/>
            <a:ext cx="6138000" cy="31005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Archivo"/>
                <a:ea typeface="Archivo"/>
                <a:cs typeface="Archivo"/>
                <a:sym typeface="Archivo"/>
              </a:rPr>
              <a:t>Responsibilities - </a:t>
            </a:r>
            <a:r>
              <a:rPr lang="en" sz="1200">
                <a:solidFill>
                  <a:schemeClr val="dk1"/>
                </a:solidFill>
                <a:latin typeface="Archivo"/>
                <a:ea typeface="Archivo"/>
                <a:cs typeface="Archivo"/>
                <a:sym typeface="Archivo"/>
              </a:rPr>
              <a:t>Create meal plans and provide nutrition details for all foods</a:t>
            </a:r>
            <a:endParaRPr sz="1200">
              <a:solidFill>
                <a:schemeClr val="dk1"/>
              </a:solidFill>
              <a:latin typeface="Archivo"/>
              <a:ea typeface="Archivo"/>
              <a:cs typeface="Archivo"/>
              <a:sym typeface="Archivo"/>
            </a:endParaRPr>
          </a:p>
          <a:p>
            <a:pPr indent="0" lvl="0" marL="0" rtl="0" algn="l">
              <a:spcBef>
                <a:spcPts val="0"/>
              </a:spcBef>
              <a:spcAft>
                <a:spcPts val="0"/>
              </a:spcAft>
              <a:buNone/>
            </a:pPr>
            <a:r>
              <a:t/>
            </a:r>
            <a:endParaRPr sz="1200">
              <a:solidFill>
                <a:schemeClr val="dk1"/>
              </a:solidFill>
              <a:latin typeface="Archivo"/>
              <a:ea typeface="Archivo"/>
              <a:cs typeface="Archivo"/>
              <a:sym typeface="Archivo"/>
            </a:endParaRPr>
          </a:p>
          <a:p>
            <a:pPr indent="0" lvl="0" marL="0" rtl="0" algn="l">
              <a:spcBef>
                <a:spcPts val="0"/>
              </a:spcBef>
              <a:spcAft>
                <a:spcPts val="0"/>
              </a:spcAft>
              <a:buNone/>
            </a:pPr>
            <a:r>
              <a:rPr lang="en">
                <a:solidFill>
                  <a:schemeClr val="dk1"/>
                </a:solidFill>
                <a:latin typeface="Archivo"/>
                <a:ea typeface="Archivo"/>
                <a:cs typeface="Archivo"/>
                <a:sym typeface="Archivo"/>
              </a:rPr>
              <a:t> Qualifications - Degree in nutrition and have previous experience in food</a:t>
            </a:r>
            <a:endParaRPr>
              <a:solidFill>
                <a:schemeClr val="dk1"/>
              </a:solidFill>
              <a:latin typeface="Archivo"/>
              <a:ea typeface="Archivo"/>
              <a:cs typeface="Archivo"/>
              <a:sym typeface="Archivo"/>
            </a:endParaRPr>
          </a:p>
          <a:p>
            <a:pPr indent="0" lvl="0" marL="0" rtl="0" algn="l">
              <a:spcBef>
                <a:spcPts val="0"/>
              </a:spcBef>
              <a:spcAft>
                <a:spcPts val="0"/>
              </a:spcAft>
              <a:buNone/>
            </a:pPr>
            <a:r>
              <a:t/>
            </a:r>
            <a:endParaRPr>
              <a:solidFill>
                <a:schemeClr val="dk1"/>
              </a:solidFill>
              <a:latin typeface="Archivo"/>
              <a:ea typeface="Archivo"/>
              <a:cs typeface="Archivo"/>
              <a:sym typeface="Archivo"/>
            </a:endParaRPr>
          </a:p>
          <a:p>
            <a:pPr indent="0" lvl="0" marL="0" rtl="0" algn="l">
              <a:spcBef>
                <a:spcPts val="0"/>
              </a:spcBef>
              <a:spcAft>
                <a:spcPts val="0"/>
              </a:spcAft>
              <a:buNone/>
            </a:pPr>
            <a:r>
              <a:rPr lang="en">
                <a:solidFill>
                  <a:schemeClr val="dk1"/>
                </a:solidFill>
                <a:latin typeface="Archivo"/>
                <a:ea typeface="Archivo"/>
                <a:cs typeface="Archivo"/>
                <a:sym typeface="Archivo"/>
              </a:rPr>
              <a:t>Compensation Plan - $75k salary and paid time off</a:t>
            </a:r>
            <a:endParaRPr>
              <a:solidFill>
                <a:schemeClr val="dk1"/>
              </a:solidFill>
              <a:latin typeface="Archivo"/>
              <a:ea typeface="Archivo"/>
              <a:cs typeface="Archivo"/>
              <a:sym typeface="Archivo"/>
            </a:endParaRPr>
          </a:p>
          <a:p>
            <a:pPr indent="0" lvl="0" marL="0" rtl="0" algn="l">
              <a:spcBef>
                <a:spcPts val="0"/>
              </a:spcBef>
              <a:spcAft>
                <a:spcPts val="0"/>
              </a:spcAft>
              <a:buNone/>
            </a:pPr>
            <a:r>
              <a:t/>
            </a:r>
            <a:endParaRPr>
              <a:solidFill>
                <a:schemeClr val="dk1"/>
              </a:solidFill>
              <a:latin typeface="Archivo"/>
              <a:ea typeface="Archivo"/>
              <a:cs typeface="Archivo"/>
              <a:sym typeface="Archivo"/>
            </a:endParaRPr>
          </a:p>
          <a:p>
            <a:pPr indent="0" lvl="0" marL="0" rtl="0" algn="l">
              <a:spcBef>
                <a:spcPts val="0"/>
              </a:spcBef>
              <a:spcAft>
                <a:spcPts val="0"/>
              </a:spcAft>
              <a:buNone/>
            </a:pPr>
            <a:r>
              <a:rPr lang="en">
                <a:solidFill>
                  <a:schemeClr val="dk1"/>
                </a:solidFill>
                <a:latin typeface="Archivo"/>
                <a:ea typeface="Archivo"/>
                <a:cs typeface="Archivo"/>
                <a:sym typeface="Archivo"/>
              </a:rPr>
              <a:t>Advertising Plan - For this job we will be recruiting from Linkedin, Indeed and through Rutgers </a:t>
            </a:r>
            <a:endParaRPr>
              <a:solidFill>
                <a:schemeClr val="dk1"/>
              </a:solidFill>
              <a:latin typeface="Archivo"/>
              <a:ea typeface="Archivo"/>
              <a:cs typeface="Archivo"/>
              <a:sym typeface="Archivo"/>
            </a:endParaRPr>
          </a:p>
          <a:p>
            <a:pPr indent="0" lvl="0" marL="0" rtl="0" algn="l">
              <a:spcBef>
                <a:spcPts val="0"/>
              </a:spcBef>
              <a:spcAft>
                <a:spcPts val="0"/>
              </a:spcAft>
              <a:buNone/>
            </a:pPr>
            <a:r>
              <a:t/>
            </a:r>
            <a:endParaRPr>
              <a:solidFill>
                <a:schemeClr val="dk1"/>
              </a:solidFill>
              <a:latin typeface="Archivo"/>
              <a:ea typeface="Archivo"/>
              <a:cs typeface="Archivo"/>
              <a:sym typeface="Archivo"/>
            </a:endParaRPr>
          </a:p>
          <a:p>
            <a:pPr indent="0" lvl="0" marL="0" rtl="0" algn="l">
              <a:spcBef>
                <a:spcPts val="0"/>
              </a:spcBef>
              <a:spcAft>
                <a:spcPts val="0"/>
              </a:spcAft>
              <a:buNone/>
            </a:pPr>
            <a:r>
              <a:rPr lang="en">
                <a:solidFill>
                  <a:schemeClr val="dk1"/>
                </a:solidFill>
                <a:latin typeface="Archivo"/>
                <a:ea typeface="Archivo"/>
                <a:cs typeface="Archivo"/>
                <a:sym typeface="Archivo"/>
              </a:rPr>
              <a:t>Criteria - Relevant internship or professional experience in nutrition </a:t>
            </a:r>
            <a:endParaRPr>
              <a:solidFill>
                <a:schemeClr val="dk1"/>
              </a:solidFill>
              <a:latin typeface="Archivo"/>
              <a:ea typeface="Archivo"/>
              <a:cs typeface="Archivo"/>
              <a:sym typeface="Archivo"/>
            </a:endParaRPr>
          </a:p>
          <a:p>
            <a:pPr indent="0" lvl="0" marL="0" rtl="0" algn="l">
              <a:spcBef>
                <a:spcPts val="0"/>
              </a:spcBef>
              <a:spcAft>
                <a:spcPts val="0"/>
              </a:spcAft>
              <a:buNone/>
            </a:pPr>
            <a:r>
              <a:t/>
            </a:r>
            <a:endParaRPr>
              <a:solidFill>
                <a:schemeClr val="dk1"/>
              </a:solidFill>
              <a:latin typeface="Archivo"/>
              <a:ea typeface="Archivo"/>
              <a:cs typeface="Archivo"/>
              <a:sym typeface="Archivo"/>
            </a:endParaRPr>
          </a:p>
        </p:txBody>
      </p:sp>
      <p:sp>
        <p:nvSpPr>
          <p:cNvPr id="643" name="Google Shape;643;p76"/>
          <p:cNvSpPr txBox="1"/>
          <p:nvPr/>
        </p:nvSpPr>
        <p:spPr>
          <a:xfrm>
            <a:off x="8710225" y="280200"/>
            <a:ext cx="9144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chemeClr val="dk1"/>
                </a:solidFill>
                <a:latin typeface="Archivo"/>
                <a:ea typeface="Archivo"/>
                <a:cs typeface="Archivo"/>
                <a:sym typeface="Archivo"/>
              </a:rPr>
              <a:t>11</a:t>
            </a:r>
            <a:endParaRPr sz="700">
              <a:solidFill>
                <a:schemeClr val="dk1"/>
              </a:solidFill>
              <a:latin typeface="Archivo"/>
              <a:ea typeface="Archivo"/>
              <a:cs typeface="Archivo"/>
              <a:sym typeface="Archiv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77"/>
          <p:cNvSpPr txBox="1"/>
          <p:nvPr>
            <p:ph idx="2" type="subTitle"/>
          </p:nvPr>
        </p:nvSpPr>
        <p:spPr>
          <a:xfrm>
            <a:off x="388200" y="311725"/>
            <a:ext cx="8367600" cy="461700"/>
          </a:xfrm>
          <a:prstGeom prst="rect">
            <a:avLst/>
          </a:prstGeom>
        </p:spPr>
        <p:txBody>
          <a:bodyPr anchorCtr="0" anchor="b" bIns="0" lIns="0" spcFirstLastPara="1" rIns="0" wrap="square" tIns="0">
            <a:spAutoFit/>
          </a:bodyPr>
          <a:lstStyle/>
          <a:p>
            <a:pPr indent="0" lvl="0" marL="0" rtl="0" algn="ctr">
              <a:spcBef>
                <a:spcPts val="0"/>
              </a:spcBef>
              <a:spcAft>
                <a:spcPts val="0"/>
              </a:spcAft>
              <a:buNone/>
            </a:pPr>
            <a:r>
              <a:rPr b="1" lang="en" sz="3000"/>
              <a:t>Employee </a:t>
            </a:r>
            <a:r>
              <a:rPr b="1" lang="en" sz="3000"/>
              <a:t>Motivation</a:t>
            </a:r>
            <a:endParaRPr b="1" sz="3000"/>
          </a:p>
        </p:txBody>
      </p:sp>
      <p:sp>
        <p:nvSpPr>
          <p:cNvPr id="649" name="Google Shape;649;p77"/>
          <p:cNvSpPr/>
          <p:nvPr/>
        </p:nvSpPr>
        <p:spPr>
          <a:xfrm>
            <a:off x="1327050" y="1179000"/>
            <a:ext cx="2345400" cy="1685400"/>
          </a:xfrm>
          <a:prstGeom prst="roundRect">
            <a:avLst>
              <a:gd fmla="val 7021" name="adj"/>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Archivo"/>
                <a:ea typeface="Archivo"/>
                <a:cs typeface="Archivo"/>
                <a:sym typeface="Archivo"/>
              </a:rPr>
              <a:t>Employee motivation is very important. Having a good work life balance encourages the employee to work harder and also help the people around them.</a:t>
            </a:r>
            <a:endParaRPr>
              <a:solidFill>
                <a:schemeClr val="dk1"/>
              </a:solidFill>
              <a:latin typeface="Archivo"/>
              <a:ea typeface="Archivo"/>
              <a:cs typeface="Archivo"/>
              <a:sym typeface="Archivo"/>
            </a:endParaRPr>
          </a:p>
        </p:txBody>
      </p:sp>
      <p:sp>
        <p:nvSpPr>
          <p:cNvPr id="650" name="Google Shape;650;p77"/>
          <p:cNvSpPr/>
          <p:nvPr/>
        </p:nvSpPr>
        <p:spPr>
          <a:xfrm>
            <a:off x="4847225" y="1066100"/>
            <a:ext cx="2812800" cy="3399000"/>
          </a:xfrm>
          <a:prstGeom prst="roundRect">
            <a:avLst>
              <a:gd fmla="val 7021" name="adj"/>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Archivo"/>
                <a:ea typeface="Archivo"/>
                <a:cs typeface="Archivo"/>
                <a:sym typeface="Archivo"/>
              </a:rPr>
              <a:t>Motivation </a:t>
            </a:r>
            <a:r>
              <a:rPr b="1" lang="en" sz="1600">
                <a:solidFill>
                  <a:schemeClr val="dk1"/>
                </a:solidFill>
                <a:latin typeface="Archivo"/>
                <a:ea typeface="Archivo"/>
                <a:cs typeface="Archivo"/>
                <a:sym typeface="Archivo"/>
              </a:rPr>
              <a:t>Initiatives</a:t>
            </a:r>
            <a:endParaRPr b="1" sz="1600">
              <a:solidFill>
                <a:schemeClr val="dk1"/>
              </a:solidFill>
              <a:latin typeface="Archivo"/>
              <a:ea typeface="Archivo"/>
              <a:cs typeface="Archivo"/>
              <a:sym typeface="Archivo"/>
            </a:endParaRPr>
          </a:p>
          <a:p>
            <a:pPr indent="0" lvl="0" marL="0" rtl="0" algn="ctr">
              <a:spcBef>
                <a:spcPts val="0"/>
              </a:spcBef>
              <a:spcAft>
                <a:spcPts val="0"/>
              </a:spcAft>
              <a:buNone/>
            </a:pPr>
            <a:r>
              <a:t/>
            </a:r>
            <a:endParaRPr b="1" sz="1600">
              <a:solidFill>
                <a:schemeClr val="dk1"/>
              </a:solidFill>
              <a:latin typeface="Archivo"/>
              <a:ea typeface="Archivo"/>
              <a:cs typeface="Archivo"/>
              <a:sym typeface="Archivo"/>
            </a:endParaRPr>
          </a:p>
          <a:p>
            <a:pPr indent="-304800" lvl="0" marL="457200" rtl="0" algn="l">
              <a:spcBef>
                <a:spcPts val="0"/>
              </a:spcBef>
              <a:spcAft>
                <a:spcPts val="0"/>
              </a:spcAft>
              <a:buClr>
                <a:schemeClr val="dk1"/>
              </a:buClr>
              <a:buSzPts val="1200"/>
              <a:buFont typeface="Archivo"/>
              <a:buChar char="●"/>
            </a:pPr>
            <a:r>
              <a:rPr lang="en" sz="1200">
                <a:solidFill>
                  <a:schemeClr val="dk1"/>
                </a:solidFill>
                <a:latin typeface="Archivo"/>
                <a:ea typeface="Archivo"/>
                <a:cs typeface="Archivo"/>
                <a:sym typeface="Archivo"/>
              </a:rPr>
              <a:t>Provide free daycare for employees with young children</a:t>
            </a:r>
            <a:endParaRPr sz="1200">
              <a:solidFill>
                <a:schemeClr val="dk1"/>
              </a:solidFill>
              <a:latin typeface="Archivo"/>
              <a:ea typeface="Archivo"/>
              <a:cs typeface="Archivo"/>
              <a:sym typeface="Archivo"/>
            </a:endParaRPr>
          </a:p>
          <a:p>
            <a:pPr indent="-304800" lvl="0" marL="457200" rtl="0" algn="l">
              <a:spcBef>
                <a:spcPts val="0"/>
              </a:spcBef>
              <a:spcAft>
                <a:spcPts val="0"/>
              </a:spcAft>
              <a:buClr>
                <a:schemeClr val="dk1"/>
              </a:buClr>
              <a:buSzPts val="1200"/>
              <a:buFont typeface="Archivo"/>
              <a:buChar char="●"/>
            </a:pPr>
            <a:r>
              <a:rPr lang="en" sz="1200">
                <a:solidFill>
                  <a:schemeClr val="dk1"/>
                </a:solidFill>
                <a:latin typeface="Archivo"/>
                <a:ea typeface="Archivo"/>
                <a:cs typeface="Archivo"/>
                <a:sym typeface="Archivo"/>
              </a:rPr>
              <a:t>PTO for top performers</a:t>
            </a:r>
            <a:endParaRPr sz="1200">
              <a:solidFill>
                <a:schemeClr val="dk1"/>
              </a:solidFill>
              <a:latin typeface="Archivo"/>
              <a:ea typeface="Archivo"/>
              <a:cs typeface="Archivo"/>
              <a:sym typeface="Archivo"/>
            </a:endParaRPr>
          </a:p>
          <a:p>
            <a:pPr indent="-304800" lvl="0" marL="457200" rtl="0" algn="l">
              <a:spcBef>
                <a:spcPts val="0"/>
              </a:spcBef>
              <a:spcAft>
                <a:spcPts val="0"/>
              </a:spcAft>
              <a:buClr>
                <a:schemeClr val="dk1"/>
              </a:buClr>
              <a:buSzPts val="1200"/>
              <a:buFont typeface="Archivo"/>
              <a:buChar char="●"/>
            </a:pPr>
            <a:r>
              <a:rPr lang="en" sz="1200">
                <a:solidFill>
                  <a:schemeClr val="dk1"/>
                </a:solidFill>
                <a:latin typeface="Archivo"/>
                <a:ea typeface="Archivo"/>
                <a:cs typeface="Archivo"/>
                <a:sym typeface="Archivo"/>
              </a:rPr>
              <a:t>End of the year bonuses if the team hits a certain goal</a:t>
            </a:r>
            <a:endParaRPr sz="1200">
              <a:solidFill>
                <a:schemeClr val="dk1"/>
              </a:solidFill>
              <a:latin typeface="Archivo"/>
              <a:ea typeface="Archivo"/>
              <a:cs typeface="Archivo"/>
              <a:sym typeface="Archivo"/>
            </a:endParaRPr>
          </a:p>
          <a:p>
            <a:pPr indent="-304800" lvl="0" marL="457200" rtl="0" algn="l">
              <a:spcBef>
                <a:spcPts val="0"/>
              </a:spcBef>
              <a:spcAft>
                <a:spcPts val="0"/>
              </a:spcAft>
              <a:buClr>
                <a:schemeClr val="dk1"/>
              </a:buClr>
              <a:buSzPts val="1200"/>
              <a:buFont typeface="Archivo"/>
              <a:buChar char="●"/>
            </a:pPr>
            <a:r>
              <a:rPr lang="en" sz="1200">
                <a:solidFill>
                  <a:schemeClr val="dk1"/>
                </a:solidFill>
                <a:latin typeface="Archivo"/>
                <a:ea typeface="Archivo"/>
                <a:cs typeface="Archivo"/>
                <a:sym typeface="Archivo"/>
              </a:rPr>
              <a:t>Create a professional development fund for courses, certifications, and conferences.</a:t>
            </a:r>
            <a:endParaRPr sz="1200">
              <a:solidFill>
                <a:schemeClr val="dk1"/>
              </a:solidFill>
              <a:latin typeface="Archivo"/>
              <a:ea typeface="Archivo"/>
              <a:cs typeface="Archivo"/>
              <a:sym typeface="Archivo"/>
            </a:endParaRPr>
          </a:p>
          <a:p>
            <a:pPr indent="-304800" lvl="0" marL="457200" rtl="0" algn="l">
              <a:spcBef>
                <a:spcPts val="0"/>
              </a:spcBef>
              <a:spcAft>
                <a:spcPts val="0"/>
              </a:spcAft>
              <a:buClr>
                <a:schemeClr val="dk1"/>
              </a:buClr>
              <a:buSzPts val="1200"/>
              <a:buFont typeface="Archivo"/>
              <a:buChar char="●"/>
            </a:pPr>
            <a:r>
              <a:rPr lang="en" sz="1200">
                <a:solidFill>
                  <a:schemeClr val="dk1"/>
                </a:solidFill>
                <a:latin typeface="Archivo"/>
                <a:ea typeface="Archivo"/>
                <a:cs typeface="Archivo"/>
                <a:sym typeface="Archivo"/>
              </a:rPr>
              <a:t>Provide health related resources (mental health, volunteer opportunities, health insurance)</a:t>
            </a:r>
            <a:endParaRPr sz="1200">
              <a:solidFill>
                <a:schemeClr val="dk1"/>
              </a:solidFill>
              <a:latin typeface="Archivo"/>
              <a:ea typeface="Archivo"/>
              <a:cs typeface="Archivo"/>
              <a:sym typeface="Archivo"/>
            </a:endParaRPr>
          </a:p>
          <a:p>
            <a:pPr indent="0" lvl="0" marL="457200" rtl="0" algn="l">
              <a:spcBef>
                <a:spcPts val="0"/>
              </a:spcBef>
              <a:spcAft>
                <a:spcPts val="0"/>
              </a:spcAft>
              <a:buNone/>
            </a:pPr>
            <a:r>
              <a:t/>
            </a:r>
            <a:endParaRPr sz="1200">
              <a:solidFill>
                <a:schemeClr val="dk1"/>
              </a:solidFill>
              <a:latin typeface="Archivo"/>
              <a:ea typeface="Archivo"/>
              <a:cs typeface="Archivo"/>
              <a:sym typeface="Archivo"/>
            </a:endParaRPr>
          </a:p>
        </p:txBody>
      </p:sp>
      <p:sp>
        <p:nvSpPr>
          <p:cNvPr id="651" name="Google Shape;651;p77"/>
          <p:cNvSpPr txBox="1"/>
          <p:nvPr/>
        </p:nvSpPr>
        <p:spPr>
          <a:xfrm>
            <a:off x="8653250" y="251725"/>
            <a:ext cx="9144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chemeClr val="dk1"/>
                </a:solidFill>
                <a:latin typeface="Archivo"/>
                <a:ea typeface="Archivo"/>
                <a:cs typeface="Archivo"/>
                <a:sym typeface="Archivo"/>
              </a:rPr>
              <a:t>12</a:t>
            </a:r>
            <a:endParaRPr sz="700">
              <a:solidFill>
                <a:schemeClr val="dk1"/>
              </a:solidFill>
              <a:latin typeface="Archivo"/>
              <a:ea typeface="Archivo"/>
              <a:cs typeface="Archivo"/>
              <a:sym typeface="Archivo"/>
            </a:endParaRPr>
          </a:p>
        </p:txBody>
      </p:sp>
      <p:pic>
        <p:nvPicPr>
          <p:cNvPr id="652" name="Google Shape;652;p77"/>
          <p:cNvPicPr preferRelativeResize="0"/>
          <p:nvPr/>
        </p:nvPicPr>
        <p:blipFill>
          <a:blip r:embed="rId3">
            <a:alphaModFix/>
          </a:blip>
          <a:stretch>
            <a:fillRect/>
          </a:stretch>
        </p:blipFill>
        <p:spPr>
          <a:xfrm>
            <a:off x="1448950" y="3031050"/>
            <a:ext cx="1974300" cy="19743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78"/>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p>
            <a:pPr indent="0" lvl="0" marL="0" rtl="0" algn="r">
              <a:lnSpc>
                <a:spcPct val="100000"/>
              </a:lnSpc>
              <a:spcBef>
                <a:spcPts val="0"/>
              </a:spcBef>
              <a:spcAft>
                <a:spcPts val="0"/>
              </a:spcAft>
              <a:buSzPts val="700"/>
              <a:buNone/>
            </a:pPr>
            <a:fld id="{00000000-1234-1234-1234-123412341234}" type="slidenum">
              <a:rPr lang="en"/>
              <a:t>‹#›</a:t>
            </a:fld>
            <a:endParaRPr/>
          </a:p>
        </p:txBody>
      </p:sp>
      <p:sp>
        <p:nvSpPr>
          <p:cNvPr id="658" name="Google Shape;658;p78"/>
          <p:cNvSpPr txBox="1"/>
          <p:nvPr>
            <p:ph idx="1" type="subTitle"/>
          </p:nvPr>
        </p:nvSpPr>
        <p:spPr>
          <a:xfrm>
            <a:off x="361975" y="426718"/>
            <a:ext cx="8367600" cy="461700"/>
          </a:xfrm>
          <a:prstGeom prst="rect">
            <a:avLst/>
          </a:prstGeom>
          <a:noFill/>
          <a:ln>
            <a:noFill/>
          </a:ln>
        </p:spPr>
        <p:txBody>
          <a:bodyPr anchorCtr="0" anchor="b"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 sz="3000" u="none" cap="none" strike="noStrike">
                <a:latin typeface="Arial"/>
                <a:ea typeface="Arial"/>
                <a:cs typeface="Arial"/>
                <a:sym typeface="Arial"/>
              </a:rPr>
              <a:t>Employee Departure Announcement</a:t>
            </a:r>
            <a:endParaRPr b="1" i="0" sz="3000" u="none" cap="none" strike="noStrike">
              <a:latin typeface="Arial"/>
              <a:ea typeface="Arial"/>
              <a:cs typeface="Arial"/>
              <a:sym typeface="Arial"/>
            </a:endParaRPr>
          </a:p>
        </p:txBody>
      </p:sp>
      <p:sp>
        <p:nvSpPr>
          <p:cNvPr id="659" name="Google Shape;659;p78"/>
          <p:cNvSpPr txBox="1"/>
          <p:nvPr>
            <p:ph type="title"/>
          </p:nvPr>
        </p:nvSpPr>
        <p:spPr>
          <a:xfrm>
            <a:off x="340800" y="1066100"/>
            <a:ext cx="8320500" cy="3800100"/>
          </a:xfrm>
          <a:prstGeom prst="rect">
            <a:avLst/>
          </a:prstGeom>
          <a:noFill/>
          <a:ln>
            <a:noFill/>
          </a:ln>
        </p:spPr>
        <p:txBody>
          <a:bodyPr anchorCtr="0" anchor="t" bIns="137150" lIns="0" spcFirstLastPara="1" rIns="91425" wrap="square" tIns="137150">
            <a:normAutofit/>
          </a:bodyPr>
          <a:lstStyle/>
          <a:p>
            <a:pPr indent="0" lvl="0" marL="0" rtl="0" algn="l">
              <a:spcBef>
                <a:spcPts val="1200"/>
              </a:spcBef>
              <a:spcAft>
                <a:spcPts val="0"/>
              </a:spcAft>
              <a:buNone/>
            </a:pPr>
            <a:r>
              <a:rPr lang="en" sz="1550">
                <a:latin typeface="Calibri"/>
                <a:ea typeface="Calibri"/>
                <a:cs typeface="Calibri"/>
                <a:sym typeface="Calibri"/>
              </a:rPr>
              <a:t>Hello </a:t>
            </a:r>
            <a:r>
              <a:rPr lang="en" sz="1550">
                <a:latin typeface="Calibri"/>
                <a:ea typeface="Calibri"/>
                <a:cs typeface="Calibri"/>
                <a:sym typeface="Calibri"/>
              </a:rPr>
              <a:t>Everyone</a:t>
            </a:r>
            <a:r>
              <a:rPr lang="en" sz="1550">
                <a:latin typeface="Calibri"/>
                <a:ea typeface="Calibri"/>
                <a:cs typeface="Calibri"/>
                <a:sym typeface="Calibri"/>
              </a:rPr>
              <a:t>,</a:t>
            </a:r>
            <a:endParaRPr sz="1550">
              <a:latin typeface="Calibri"/>
              <a:ea typeface="Calibri"/>
              <a:cs typeface="Calibri"/>
              <a:sym typeface="Calibri"/>
            </a:endParaRPr>
          </a:p>
          <a:p>
            <a:pPr indent="0" lvl="0" marL="0" rtl="0" algn="l">
              <a:spcBef>
                <a:spcPts val="1200"/>
              </a:spcBef>
              <a:spcAft>
                <a:spcPts val="0"/>
              </a:spcAft>
              <a:buNone/>
            </a:pPr>
            <a:r>
              <a:rPr lang="en" sz="1550">
                <a:latin typeface="Calibri"/>
                <a:ea typeface="Calibri"/>
                <a:cs typeface="Calibri"/>
                <a:sym typeface="Calibri"/>
              </a:rPr>
              <a:t>I’m writing to share that Employee 1 and Employee 2 will be moving on from PrepU, with their last day being today.</a:t>
            </a:r>
            <a:endParaRPr sz="1550">
              <a:latin typeface="Calibri"/>
              <a:ea typeface="Calibri"/>
              <a:cs typeface="Calibri"/>
              <a:sym typeface="Calibri"/>
            </a:endParaRPr>
          </a:p>
          <a:p>
            <a:pPr indent="0" lvl="0" marL="0" rtl="0" algn="l">
              <a:spcBef>
                <a:spcPts val="1200"/>
              </a:spcBef>
              <a:spcAft>
                <a:spcPts val="0"/>
              </a:spcAft>
              <a:buNone/>
            </a:pPr>
            <a:r>
              <a:rPr lang="en" sz="1550">
                <a:latin typeface="Calibri"/>
                <a:ea typeface="Calibri"/>
                <a:cs typeface="Calibri"/>
                <a:sym typeface="Calibri"/>
              </a:rPr>
              <a:t>Both have been valued members of our team, and we are grateful for their hard work and the impact they’ve made during their time here. We wish them nothing but the best in their next chapters.</a:t>
            </a:r>
            <a:endParaRPr sz="1550">
              <a:latin typeface="Calibri"/>
              <a:ea typeface="Calibri"/>
              <a:cs typeface="Calibri"/>
              <a:sym typeface="Calibri"/>
            </a:endParaRPr>
          </a:p>
          <a:p>
            <a:pPr indent="0" lvl="0" marL="0" rtl="0" algn="l">
              <a:spcBef>
                <a:spcPts val="1200"/>
              </a:spcBef>
              <a:spcAft>
                <a:spcPts val="0"/>
              </a:spcAft>
              <a:buNone/>
            </a:pPr>
            <a:r>
              <a:rPr lang="en" sz="1550">
                <a:latin typeface="Calibri"/>
                <a:ea typeface="Calibri"/>
                <a:cs typeface="Calibri"/>
                <a:sym typeface="Calibri"/>
              </a:rPr>
              <a:t>Losing talented colleagues is always a moment for reflection. We recognize that for us to grow as a company, we must also grow as an employer. We’ve heard your feedback and are committed to making PrepU a place where everyone feels supported and empowered to stay long-term.</a:t>
            </a:r>
            <a:endParaRPr sz="1550">
              <a:latin typeface="Calibri"/>
              <a:ea typeface="Calibri"/>
              <a:cs typeface="Calibri"/>
              <a:sym typeface="Calibri"/>
            </a:endParaRPr>
          </a:p>
          <a:p>
            <a:pPr indent="0" lvl="0" marL="0" rtl="0" algn="l">
              <a:spcBef>
                <a:spcPts val="1200"/>
              </a:spcBef>
              <a:spcAft>
                <a:spcPts val="0"/>
              </a:spcAft>
              <a:buNone/>
            </a:pPr>
            <a:r>
              <a:rPr lang="en" sz="1550">
                <a:latin typeface="Calibri"/>
                <a:ea typeface="Calibri"/>
                <a:cs typeface="Calibri"/>
                <a:sym typeface="Calibri"/>
              </a:rPr>
              <a:t>Best Regards,</a:t>
            </a:r>
            <a:endParaRPr sz="1550">
              <a:latin typeface="Calibri"/>
              <a:ea typeface="Calibri"/>
              <a:cs typeface="Calibri"/>
              <a:sym typeface="Calibri"/>
            </a:endParaRPr>
          </a:p>
          <a:p>
            <a:pPr indent="0" lvl="0" marL="0" rtl="0" algn="l">
              <a:spcBef>
                <a:spcPts val="1200"/>
              </a:spcBef>
              <a:spcAft>
                <a:spcPts val="0"/>
              </a:spcAft>
              <a:buNone/>
            </a:pPr>
            <a:r>
              <a:rPr lang="en" sz="1550">
                <a:latin typeface="Calibri"/>
                <a:ea typeface="Calibri"/>
                <a:cs typeface="Calibri"/>
                <a:sym typeface="Calibri"/>
              </a:rPr>
              <a:t>PrepU Management</a:t>
            </a:r>
            <a:endParaRPr sz="1550">
              <a:latin typeface="Calibri"/>
              <a:ea typeface="Calibri"/>
              <a:cs typeface="Calibri"/>
              <a:sym typeface="Calibri"/>
            </a:endParaRPr>
          </a:p>
          <a:p>
            <a:pPr indent="0" lvl="0" marL="0" rtl="0" algn="l">
              <a:lnSpc>
                <a:spcPct val="100000"/>
              </a:lnSpc>
              <a:spcBef>
                <a:spcPts val="1200"/>
              </a:spcBef>
              <a:spcAft>
                <a:spcPts val="0"/>
              </a:spcAft>
              <a:buSzPts val="1111"/>
              <a:buNone/>
            </a:pPr>
            <a:r>
              <a:t/>
            </a:r>
            <a:endParaRPr sz="1400">
              <a:latin typeface="Archivo"/>
              <a:ea typeface="Archivo"/>
              <a:cs typeface="Archivo"/>
              <a:sym typeface="Archiv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3" name="Shape 663"/>
        <p:cNvGrpSpPr/>
        <p:nvPr/>
      </p:nvGrpSpPr>
      <p:grpSpPr>
        <a:xfrm>
          <a:off x="0" y="0"/>
          <a:ext cx="0" cy="0"/>
          <a:chOff x="0" y="0"/>
          <a:chExt cx="0" cy="0"/>
        </a:xfrm>
      </p:grpSpPr>
      <p:sp>
        <p:nvSpPr>
          <p:cNvPr id="664" name="Google Shape;664;p79"/>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p>
            <a:pPr indent="0" lvl="0" marL="0" rtl="0" algn="r">
              <a:lnSpc>
                <a:spcPct val="100000"/>
              </a:lnSpc>
              <a:spcBef>
                <a:spcPts val="0"/>
              </a:spcBef>
              <a:spcAft>
                <a:spcPts val="0"/>
              </a:spcAft>
              <a:buSzPts val="700"/>
              <a:buNone/>
            </a:pPr>
            <a:fld id="{00000000-1234-1234-1234-123412341234}" type="slidenum">
              <a:rPr lang="en"/>
              <a:t>‹#›</a:t>
            </a:fld>
            <a:endParaRPr/>
          </a:p>
        </p:txBody>
      </p:sp>
      <p:sp>
        <p:nvSpPr>
          <p:cNvPr id="665" name="Google Shape;665;p79"/>
          <p:cNvSpPr txBox="1"/>
          <p:nvPr>
            <p:ph idx="1" type="subTitle"/>
          </p:nvPr>
        </p:nvSpPr>
        <p:spPr>
          <a:xfrm>
            <a:off x="317250" y="338393"/>
            <a:ext cx="8367600" cy="461700"/>
          </a:xfrm>
          <a:prstGeom prst="rect">
            <a:avLst/>
          </a:prstGeom>
          <a:noFill/>
          <a:ln>
            <a:noFill/>
          </a:ln>
        </p:spPr>
        <p:txBody>
          <a:bodyPr anchorCtr="0" anchor="b"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 sz="3000" u="none" cap="none" strike="noStrike">
                <a:latin typeface="Arial"/>
                <a:ea typeface="Arial"/>
                <a:cs typeface="Arial"/>
                <a:sym typeface="Arial"/>
              </a:rPr>
              <a:t>Employee Engagement Initiatives</a:t>
            </a:r>
            <a:endParaRPr b="1" i="0" sz="3000" u="none" cap="none" strike="noStrike">
              <a:latin typeface="Arial"/>
              <a:ea typeface="Arial"/>
              <a:cs typeface="Arial"/>
              <a:sym typeface="Arial"/>
            </a:endParaRPr>
          </a:p>
        </p:txBody>
      </p:sp>
      <p:sp>
        <p:nvSpPr>
          <p:cNvPr id="666" name="Google Shape;666;p79"/>
          <p:cNvSpPr/>
          <p:nvPr/>
        </p:nvSpPr>
        <p:spPr>
          <a:xfrm>
            <a:off x="561125" y="1154825"/>
            <a:ext cx="7911900" cy="3461700"/>
          </a:xfrm>
          <a:prstGeom prst="roundRect">
            <a:avLst>
              <a:gd fmla="val 7021" name="adj"/>
            </a:avLst>
          </a:prstGeom>
          <a:noFill/>
          <a:ln cap="flat" cmpd="sng" w="19400">
            <a:solidFill>
              <a:schemeClr val="dk2"/>
            </a:solidFill>
            <a:prstDash val="solid"/>
            <a:round/>
            <a:headEnd len="sm" w="sm" type="none"/>
            <a:tailEnd len="sm" w="sm" type="none"/>
          </a:ln>
        </p:spPr>
        <p:txBody>
          <a:bodyPr anchorCtr="0" anchor="ctr" bIns="186150" lIns="186150" spcFirstLastPara="1" rIns="186150" wrap="square" tIns="186150">
            <a:noAutofit/>
          </a:bodyPr>
          <a:lstStyle/>
          <a:p>
            <a:pPr indent="0" lvl="0" marL="0" marR="0" rtl="0" algn="ctr">
              <a:lnSpc>
                <a:spcPct val="100000"/>
              </a:lnSpc>
              <a:spcBef>
                <a:spcPts val="0"/>
              </a:spcBef>
              <a:spcAft>
                <a:spcPts val="0"/>
              </a:spcAft>
              <a:buClr>
                <a:srgbClr val="000000"/>
              </a:buClr>
              <a:buSzPts val="2851"/>
              <a:buFont typeface="Arial"/>
              <a:buNone/>
            </a:pPr>
            <a:r>
              <a:t/>
            </a:r>
            <a:endParaRPr b="0" i="0" sz="2851" u="none" cap="none" strike="noStrike">
              <a:solidFill>
                <a:schemeClr val="lt1"/>
              </a:solidFill>
              <a:latin typeface="Arial"/>
              <a:ea typeface="Arial"/>
              <a:cs typeface="Arial"/>
              <a:sym typeface="Arial"/>
            </a:endParaRPr>
          </a:p>
        </p:txBody>
      </p:sp>
      <p:sp>
        <p:nvSpPr>
          <p:cNvPr id="667" name="Google Shape;667;p79"/>
          <p:cNvSpPr txBox="1"/>
          <p:nvPr>
            <p:ph idx="2" type="body"/>
          </p:nvPr>
        </p:nvSpPr>
        <p:spPr>
          <a:xfrm>
            <a:off x="768123" y="1276995"/>
            <a:ext cx="7492200" cy="3217200"/>
          </a:xfrm>
          <a:prstGeom prst="rect">
            <a:avLst/>
          </a:prstGeom>
          <a:noFill/>
          <a:ln>
            <a:noFill/>
          </a:ln>
        </p:spPr>
        <p:txBody>
          <a:bodyPr anchorCtr="0" anchor="t" bIns="186150" lIns="186150" spcFirstLastPara="1" rIns="186150" wrap="square" tIns="186150">
            <a:noAutofit/>
          </a:bodyPr>
          <a:lstStyle/>
          <a:p>
            <a:pPr indent="-317500" lvl="0" marL="457200" rtl="0" algn="l">
              <a:lnSpc>
                <a:spcPct val="115000"/>
              </a:lnSpc>
              <a:spcBef>
                <a:spcPts val="814"/>
              </a:spcBef>
              <a:spcAft>
                <a:spcPts val="0"/>
              </a:spcAft>
              <a:buSzPts val="1400"/>
              <a:buFont typeface="Archivo"/>
              <a:buChar char="-"/>
            </a:pPr>
            <a:r>
              <a:rPr lang="en" sz="1400">
                <a:latin typeface="Archivo"/>
                <a:ea typeface="Archivo"/>
                <a:cs typeface="Archivo"/>
                <a:sym typeface="Archivo"/>
              </a:rPr>
              <a:t>Providing free daycare (for employees with young children)</a:t>
            </a:r>
            <a:endParaRPr sz="1400">
              <a:latin typeface="Archivo"/>
              <a:ea typeface="Archivo"/>
              <a:cs typeface="Archivo"/>
              <a:sym typeface="Archivo"/>
            </a:endParaRPr>
          </a:p>
          <a:p>
            <a:pPr indent="0" lvl="0" marL="0" rtl="0" algn="l">
              <a:lnSpc>
                <a:spcPct val="115000"/>
              </a:lnSpc>
              <a:spcBef>
                <a:spcPts val="814"/>
              </a:spcBef>
              <a:spcAft>
                <a:spcPts val="0"/>
              </a:spcAft>
              <a:buNone/>
            </a:pPr>
            <a:r>
              <a:t/>
            </a:r>
            <a:endParaRPr sz="1400">
              <a:latin typeface="Archivo"/>
              <a:ea typeface="Archivo"/>
              <a:cs typeface="Archivo"/>
              <a:sym typeface="Archivo"/>
            </a:endParaRPr>
          </a:p>
          <a:p>
            <a:pPr indent="-317500" lvl="0" marL="457200" rtl="0" algn="l">
              <a:lnSpc>
                <a:spcPct val="107916"/>
              </a:lnSpc>
              <a:spcBef>
                <a:spcPts val="0"/>
              </a:spcBef>
              <a:spcAft>
                <a:spcPts val="0"/>
              </a:spcAft>
              <a:buSzPts val="1400"/>
              <a:buFont typeface="Archivo"/>
              <a:buChar char="-"/>
            </a:pPr>
            <a:r>
              <a:rPr lang="en" sz="1400">
                <a:latin typeface="Archivo"/>
                <a:ea typeface="Archivo"/>
                <a:cs typeface="Archivo"/>
                <a:sym typeface="Archivo"/>
              </a:rPr>
              <a:t>Provide health related resources (mental health, volunteer opportunities, insurance)</a:t>
            </a:r>
            <a:endParaRPr sz="1400">
              <a:latin typeface="Archivo"/>
              <a:ea typeface="Archivo"/>
              <a:cs typeface="Archivo"/>
              <a:sym typeface="Archivo"/>
            </a:endParaRPr>
          </a:p>
          <a:p>
            <a:pPr indent="0" lvl="0" marL="0" rtl="0" algn="l">
              <a:lnSpc>
                <a:spcPct val="107916"/>
              </a:lnSpc>
              <a:spcBef>
                <a:spcPts val="800"/>
              </a:spcBef>
              <a:spcAft>
                <a:spcPts val="0"/>
              </a:spcAft>
              <a:buNone/>
            </a:pPr>
            <a:r>
              <a:t/>
            </a:r>
            <a:endParaRPr sz="1400">
              <a:latin typeface="Archivo"/>
              <a:ea typeface="Archivo"/>
              <a:cs typeface="Archivo"/>
              <a:sym typeface="Archivo"/>
            </a:endParaRPr>
          </a:p>
          <a:p>
            <a:pPr indent="-317500" lvl="0" marL="457200" rtl="0" algn="l">
              <a:lnSpc>
                <a:spcPct val="107916"/>
              </a:lnSpc>
              <a:spcBef>
                <a:spcPts val="800"/>
              </a:spcBef>
              <a:spcAft>
                <a:spcPts val="0"/>
              </a:spcAft>
              <a:buSzPts val="1400"/>
              <a:buFont typeface="Archivo"/>
              <a:buChar char="-"/>
            </a:pPr>
            <a:r>
              <a:rPr lang="en" sz="1400">
                <a:latin typeface="Archivo"/>
                <a:ea typeface="Archivo"/>
                <a:cs typeface="Archivo"/>
                <a:sym typeface="Archivo"/>
              </a:rPr>
              <a:t>Encourage employees to use all offered paid time off every year</a:t>
            </a:r>
            <a:endParaRPr sz="1400">
              <a:latin typeface="Archivo"/>
              <a:ea typeface="Archivo"/>
              <a:cs typeface="Archivo"/>
              <a:sym typeface="Archivo"/>
            </a:endParaRPr>
          </a:p>
          <a:p>
            <a:pPr indent="0" lvl="0" marL="0" rtl="0" algn="l">
              <a:lnSpc>
                <a:spcPct val="107916"/>
              </a:lnSpc>
              <a:spcBef>
                <a:spcPts val="800"/>
              </a:spcBef>
              <a:spcAft>
                <a:spcPts val="0"/>
              </a:spcAft>
              <a:buNone/>
            </a:pPr>
            <a:r>
              <a:t/>
            </a:r>
            <a:endParaRPr sz="1400">
              <a:latin typeface="Archivo"/>
              <a:ea typeface="Archivo"/>
              <a:cs typeface="Archivo"/>
              <a:sym typeface="Archivo"/>
            </a:endParaRPr>
          </a:p>
          <a:p>
            <a:pPr indent="-317500" lvl="0" marL="457200" rtl="0" algn="l">
              <a:lnSpc>
                <a:spcPct val="107916"/>
              </a:lnSpc>
              <a:spcBef>
                <a:spcPts val="800"/>
              </a:spcBef>
              <a:spcAft>
                <a:spcPts val="0"/>
              </a:spcAft>
              <a:buSzPts val="1400"/>
              <a:buFont typeface="Archivo"/>
              <a:buChar char="-"/>
            </a:pPr>
            <a:r>
              <a:rPr lang="en" sz="1400">
                <a:latin typeface="Archivo"/>
                <a:ea typeface="Archivo"/>
                <a:cs typeface="Archivo"/>
                <a:sym typeface="Archivo"/>
              </a:rPr>
              <a:t>Create a professional development fund for courses, certifications, and conferences.</a:t>
            </a:r>
            <a:endParaRPr sz="1400">
              <a:latin typeface="Archivo"/>
              <a:ea typeface="Archivo"/>
              <a:cs typeface="Archivo"/>
              <a:sym typeface="Archivo"/>
            </a:endParaRPr>
          </a:p>
          <a:p>
            <a:pPr indent="0" lvl="0" marL="0" rtl="0" algn="l">
              <a:lnSpc>
                <a:spcPct val="107916"/>
              </a:lnSpc>
              <a:spcBef>
                <a:spcPts val="800"/>
              </a:spcBef>
              <a:spcAft>
                <a:spcPts val="0"/>
              </a:spcAft>
              <a:buNone/>
            </a:pPr>
            <a:r>
              <a:t/>
            </a:r>
            <a:endParaRPr sz="1400">
              <a:latin typeface="Archivo"/>
              <a:ea typeface="Archivo"/>
              <a:cs typeface="Archivo"/>
              <a:sym typeface="Archivo"/>
            </a:endParaRPr>
          </a:p>
          <a:p>
            <a:pPr indent="-317500" lvl="0" marL="457200" rtl="0" algn="l">
              <a:lnSpc>
                <a:spcPct val="107916"/>
              </a:lnSpc>
              <a:spcBef>
                <a:spcPts val="800"/>
              </a:spcBef>
              <a:spcAft>
                <a:spcPts val="800"/>
              </a:spcAft>
              <a:buSzPts val="1400"/>
              <a:buFont typeface="Archivo"/>
              <a:buChar char="-"/>
            </a:pPr>
            <a:r>
              <a:rPr lang="en" sz="1400">
                <a:latin typeface="Archivo"/>
                <a:ea typeface="Archivo"/>
                <a:cs typeface="Archivo"/>
                <a:sym typeface="Archivo"/>
              </a:rPr>
              <a:t>End of the year bonuses if the team hits a certain goal</a:t>
            </a:r>
            <a:endParaRPr sz="1400">
              <a:latin typeface="Archivo"/>
              <a:ea typeface="Archivo"/>
              <a:cs typeface="Archivo"/>
              <a:sym typeface="Archiv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p80"/>
          <p:cNvSpPr txBox="1"/>
          <p:nvPr>
            <p:ph idx="12" type="sldNum"/>
          </p:nvPr>
        </p:nvSpPr>
        <p:spPr>
          <a:xfrm>
            <a:off x="8085150" y="290613"/>
            <a:ext cx="548700" cy="234000"/>
          </a:xfrm>
          <a:prstGeom prst="rect">
            <a:avLst/>
          </a:prstGeom>
          <a:noFill/>
          <a:ln>
            <a:noFill/>
          </a:ln>
        </p:spPr>
        <p:txBody>
          <a:bodyPr anchorCtr="0" anchor="ctr" bIns="91425" lIns="0" spcFirstLastPara="1" rIns="0" wrap="square" tIns="91425">
            <a:noAutofit/>
          </a:bodyPr>
          <a:lstStyle/>
          <a:p>
            <a:pPr indent="0" lvl="0" marL="0" rtl="0" algn="r">
              <a:lnSpc>
                <a:spcPct val="100000"/>
              </a:lnSpc>
              <a:spcBef>
                <a:spcPts val="0"/>
              </a:spcBef>
              <a:spcAft>
                <a:spcPts val="0"/>
              </a:spcAft>
              <a:buSzPts val="700"/>
              <a:buNone/>
            </a:pPr>
            <a:fld id="{00000000-1234-1234-1234-123412341234}" type="slidenum">
              <a:rPr lang="en"/>
              <a:t>‹#›</a:t>
            </a:fld>
            <a:endParaRPr/>
          </a:p>
        </p:txBody>
      </p:sp>
      <p:sp>
        <p:nvSpPr>
          <p:cNvPr id="673" name="Google Shape;673;p80"/>
          <p:cNvSpPr txBox="1"/>
          <p:nvPr>
            <p:ph idx="15" type="subTitle"/>
          </p:nvPr>
        </p:nvSpPr>
        <p:spPr>
          <a:xfrm>
            <a:off x="219150" y="322888"/>
            <a:ext cx="8367600" cy="461700"/>
          </a:xfrm>
          <a:prstGeom prst="rect">
            <a:avLst/>
          </a:prstGeom>
          <a:noFill/>
          <a:ln>
            <a:noFill/>
          </a:ln>
        </p:spPr>
        <p:txBody>
          <a:bodyPr anchorCtr="0" anchor="b" bIns="0" lIns="0" spcFirstLastPara="1" rIns="0" wrap="square" tIns="0">
            <a:spAutoFit/>
          </a:bodyPr>
          <a:lstStyle/>
          <a:p>
            <a:pPr indent="0" lvl="0" marL="0" rtl="0" algn="ctr">
              <a:lnSpc>
                <a:spcPct val="115000"/>
              </a:lnSpc>
              <a:spcBef>
                <a:spcPts val="0"/>
              </a:spcBef>
              <a:spcAft>
                <a:spcPts val="0"/>
              </a:spcAft>
              <a:buSzPts val="1000"/>
              <a:buNone/>
            </a:pPr>
            <a:r>
              <a:rPr b="1" lang="en" sz="3000">
                <a:latin typeface="Archivo"/>
                <a:ea typeface="Archivo"/>
                <a:cs typeface="Archivo"/>
                <a:sym typeface="Archivo"/>
              </a:rPr>
              <a:t>SIPOC </a:t>
            </a:r>
            <a:endParaRPr b="1" sz="3000">
              <a:latin typeface="Archivo"/>
              <a:ea typeface="Archivo"/>
              <a:cs typeface="Archivo"/>
              <a:sym typeface="Archivo"/>
            </a:endParaRPr>
          </a:p>
        </p:txBody>
      </p:sp>
      <p:sp>
        <p:nvSpPr>
          <p:cNvPr id="674" name="Google Shape;674;p80"/>
          <p:cNvSpPr/>
          <p:nvPr/>
        </p:nvSpPr>
        <p:spPr>
          <a:xfrm>
            <a:off x="219150" y="902888"/>
            <a:ext cx="1676700" cy="270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Archivo"/>
                <a:ea typeface="Archivo"/>
                <a:cs typeface="Archivo"/>
                <a:sym typeface="Archivo"/>
              </a:rPr>
              <a:t>SUPPLIERS</a:t>
            </a:r>
            <a:endParaRPr b="1" i="0" sz="1600" u="none" cap="none" strike="noStrike">
              <a:solidFill>
                <a:schemeClr val="dk1"/>
              </a:solidFill>
              <a:latin typeface="Archivo"/>
              <a:ea typeface="Archivo"/>
              <a:cs typeface="Archivo"/>
              <a:sym typeface="Archivo"/>
            </a:endParaRPr>
          </a:p>
        </p:txBody>
      </p:sp>
      <p:sp>
        <p:nvSpPr>
          <p:cNvPr id="675" name="Google Shape;675;p80"/>
          <p:cNvSpPr/>
          <p:nvPr/>
        </p:nvSpPr>
        <p:spPr>
          <a:xfrm>
            <a:off x="1987275" y="902888"/>
            <a:ext cx="1676700" cy="270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Archivo"/>
                <a:ea typeface="Archivo"/>
                <a:cs typeface="Archivo"/>
                <a:sym typeface="Archivo"/>
              </a:rPr>
              <a:t>INPUTS</a:t>
            </a:r>
            <a:endParaRPr b="1" i="0" sz="1600" u="none" cap="none" strike="noStrike">
              <a:solidFill>
                <a:schemeClr val="dk1"/>
              </a:solidFill>
              <a:latin typeface="Archivo"/>
              <a:ea typeface="Archivo"/>
              <a:cs typeface="Archivo"/>
              <a:sym typeface="Archivo"/>
            </a:endParaRPr>
          </a:p>
        </p:txBody>
      </p:sp>
      <p:sp>
        <p:nvSpPr>
          <p:cNvPr id="676" name="Google Shape;676;p80"/>
          <p:cNvSpPr/>
          <p:nvPr/>
        </p:nvSpPr>
        <p:spPr>
          <a:xfrm>
            <a:off x="3755400" y="902888"/>
            <a:ext cx="1676700" cy="270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Archivo"/>
                <a:ea typeface="Archivo"/>
                <a:cs typeface="Archivo"/>
                <a:sym typeface="Archivo"/>
              </a:rPr>
              <a:t>PROCESS</a:t>
            </a:r>
            <a:endParaRPr b="1" i="0" sz="1600" u="none" cap="none" strike="noStrike">
              <a:solidFill>
                <a:schemeClr val="dk1"/>
              </a:solidFill>
              <a:latin typeface="Archivo"/>
              <a:ea typeface="Archivo"/>
              <a:cs typeface="Archivo"/>
              <a:sym typeface="Archivo"/>
            </a:endParaRPr>
          </a:p>
        </p:txBody>
      </p:sp>
      <p:sp>
        <p:nvSpPr>
          <p:cNvPr id="677" name="Google Shape;677;p80"/>
          <p:cNvSpPr/>
          <p:nvPr/>
        </p:nvSpPr>
        <p:spPr>
          <a:xfrm>
            <a:off x="5523525" y="902888"/>
            <a:ext cx="1676700" cy="270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Archivo"/>
                <a:ea typeface="Archivo"/>
                <a:cs typeface="Archivo"/>
                <a:sym typeface="Archivo"/>
              </a:rPr>
              <a:t>OUTPUTS</a:t>
            </a:r>
            <a:endParaRPr b="1" i="0" sz="1600" u="none" cap="none" strike="noStrike">
              <a:solidFill>
                <a:schemeClr val="dk1"/>
              </a:solidFill>
              <a:latin typeface="Archivo"/>
              <a:ea typeface="Archivo"/>
              <a:cs typeface="Archivo"/>
              <a:sym typeface="Archivo"/>
            </a:endParaRPr>
          </a:p>
        </p:txBody>
      </p:sp>
      <p:sp>
        <p:nvSpPr>
          <p:cNvPr id="678" name="Google Shape;678;p80"/>
          <p:cNvSpPr/>
          <p:nvPr/>
        </p:nvSpPr>
        <p:spPr>
          <a:xfrm>
            <a:off x="7291650" y="902888"/>
            <a:ext cx="1294500" cy="270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1" i="0" lang="en" sz="1300" u="none" cap="none" strike="noStrike">
                <a:solidFill>
                  <a:schemeClr val="dk1"/>
                </a:solidFill>
                <a:latin typeface="Archivo"/>
                <a:ea typeface="Archivo"/>
                <a:cs typeface="Archivo"/>
                <a:sym typeface="Archivo"/>
              </a:rPr>
              <a:t>CUSTOMERS</a:t>
            </a:r>
            <a:endParaRPr b="1" i="0" sz="1300" u="none" cap="none" strike="noStrike">
              <a:solidFill>
                <a:schemeClr val="dk1"/>
              </a:solidFill>
              <a:latin typeface="Archivo"/>
              <a:ea typeface="Archivo"/>
              <a:cs typeface="Archivo"/>
              <a:sym typeface="Archivo"/>
            </a:endParaRPr>
          </a:p>
        </p:txBody>
      </p:sp>
      <p:sp>
        <p:nvSpPr>
          <p:cNvPr id="679" name="Google Shape;679;p80"/>
          <p:cNvSpPr txBox="1"/>
          <p:nvPr>
            <p:ph idx="5" type="body"/>
          </p:nvPr>
        </p:nvSpPr>
        <p:spPr>
          <a:xfrm>
            <a:off x="219150" y="1252888"/>
            <a:ext cx="1676700" cy="36000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Font typeface="Calibri"/>
              <a:buChar char="-"/>
            </a:pPr>
            <a:r>
              <a:rPr lang="en" sz="1100">
                <a:latin typeface="Calibri"/>
                <a:ea typeface="Calibri"/>
                <a:cs typeface="Calibri"/>
                <a:sym typeface="Calibri"/>
              </a:rPr>
              <a:t>Warehouse Provider</a:t>
            </a:r>
            <a:endParaRPr sz="1100">
              <a:latin typeface="Calibri"/>
              <a:ea typeface="Calibri"/>
              <a:cs typeface="Calibri"/>
              <a:sym typeface="Calibri"/>
            </a:endParaRPr>
          </a:p>
          <a:p>
            <a:pPr indent="0" lvl="0" marL="0" rtl="0" algn="l">
              <a:lnSpc>
                <a:spcPct val="100000"/>
              </a:lnSpc>
              <a:spcBef>
                <a:spcPts val="0"/>
              </a:spcBef>
              <a:spcAft>
                <a:spcPts val="0"/>
              </a:spcAft>
              <a:buNone/>
            </a:pPr>
            <a:r>
              <a:t/>
            </a:r>
            <a:endParaRPr sz="1100">
              <a:latin typeface="Calibri"/>
              <a:ea typeface="Calibri"/>
              <a:cs typeface="Calibri"/>
              <a:sym typeface="Calibri"/>
            </a:endParaRPr>
          </a:p>
          <a:p>
            <a:pPr indent="-298450" lvl="0" marL="457200" rtl="0" algn="l">
              <a:lnSpc>
                <a:spcPct val="100000"/>
              </a:lnSpc>
              <a:spcBef>
                <a:spcPts val="0"/>
              </a:spcBef>
              <a:spcAft>
                <a:spcPts val="0"/>
              </a:spcAft>
              <a:buSzPts val="1100"/>
              <a:buFont typeface="Calibri"/>
              <a:buChar char="-"/>
            </a:pPr>
            <a:r>
              <a:rPr lang="en" sz="1100">
                <a:latin typeface="Calibri"/>
                <a:ea typeface="Calibri"/>
                <a:cs typeface="Calibri"/>
                <a:sym typeface="Calibri"/>
              </a:rPr>
              <a:t>Office Building/Real Estate</a:t>
            </a:r>
            <a:endParaRPr sz="1100">
              <a:latin typeface="Calibri"/>
              <a:ea typeface="Calibri"/>
              <a:cs typeface="Calibri"/>
              <a:sym typeface="Calibri"/>
            </a:endParaRPr>
          </a:p>
          <a:p>
            <a:pPr indent="0" lvl="0" marL="0" rtl="0" algn="l">
              <a:lnSpc>
                <a:spcPct val="100000"/>
              </a:lnSpc>
              <a:spcBef>
                <a:spcPts val="0"/>
              </a:spcBef>
              <a:spcAft>
                <a:spcPts val="0"/>
              </a:spcAft>
              <a:buNone/>
            </a:pPr>
            <a:r>
              <a:t/>
            </a:r>
            <a:endParaRPr sz="1100">
              <a:latin typeface="Calibri"/>
              <a:ea typeface="Calibri"/>
              <a:cs typeface="Calibri"/>
              <a:sym typeface="Calibri"/>
            </a:endParaRPr>
          </a:p>
          <a:p>
            <a:pPr indent="-298450" lvl="0" marL="457200" rtl="0" algn="l">
              <a:lnSpc>
                <a:spcPct val="100000"/>
              </a:lnSpc>
              <a:spcBef>
                <a:spcPts val="0"/>
              </a:spcBef>
              <a:spcAft>
                <a:spcPts val="0"/>
              </a:spcAft>
              <a:buSzPts val="1100"/>
              <a:buFont typeface="Calibri"/>
              <a:buChar char="-"/>
            </a:pPr>
            <a:r>
              <a:rPr lang="en" sz="1100">
                <a:latin typeface="Calibri"/>
                <a:ea typeface="Calibri"/>
                <a:cs typeface="Calibri"/>
                <a:sym typeface="Calibri"/>
              </a:rPr>
              <a:t>Labor Market</a:t>
            </a:r>
            <a:endParaRPr sz="1100">
              <a:latin typeface="Calibri"/>
              <a:ea typeface="Calibri"/>
              <a:cs typeface="Calibri"/>
              <a:sym typeface="Calibri"/>
            </a:endParaRPr>
          </a:p>
          <a:p>
            <a:pPr indent="0" lvl="0" marL="0" rtl="0" algn="l">
              <a:lnSpc>
                <a:spcPct val="100000"/>
              </a:lnSpc>
              <a:spcBef>
                <a:spcPts val="0"/>
              </a:spcBef>
              <a:spcAft>
                <a:spcPts val="0"/>
              </a:spcAft>
              <a:buNone/>
            </a:pPr>
            <a:r>
              <a:t/>
            </a:r>
            <a:endParaRPr sz="1100">
              <a:latin typeface="Calibri"/>
              <a:ea typeface="Calibri"/>
              <a:cs typeface="Calibri"/>
              <a:sym typeface="Calibri"/>
            </a:endParaRPr>
          </a:p>
          <a:p>
            <a:pPr indent="-298450" lvl="0" marL="457200" rtl="0" algn="l">
              <a:lnSpc>
                <a:spcPct val="100000"/>
              </a:lnSpc>
              <a:spcBef>
                <a:spcPts val="0"/>
              </a:spcBef>
              <a:spcAft>
                <a:spcPts val="0"/>
              </a:spcAft>
              <a:buSzPts val="1100"/>
              <a:buFont typeface="Calibri"/>
              <a:buChar char="-"/>
            </a:pPr>
            <a:r>
              <a:rPr lang="en" sz="1100">
                <a:latin typeface="Calibri"/>
                <a:ea typeface="Calibri"/>
                <a:cs typeface="Calibri"/>
                <a:sym typeface="Calibri"/>
              </a:rPr>
              <a:t>Retail Stores</a:t>
            </a:r>
            <a:endParaRPr sz="1100">
              <a:latin typeface="Archivo"/>
              <a:ea typeface="Archivo"/>
              <a:cs typeface="Archivo"/>
              <a:sym typeface="Archivo"/>
            </a:endParaRPr>
          </a:p>
        </p:txBody>
      </p:sp>
      <p:sp>
        <p:nvSpPr>
          <p:cNvPr id="680" name="Google Shape;680;p80"/>
          <p:cNvSpPr txBox="1"/>
          <p:nvPr>
            <p:ph idx="3" type="body"/>
          </p:nvPr>
        </p:nvSpPr>
        <p:spPr>
          <a:xfrm>
            <a:off x="1987275" y="1252888"/>
            <a:ext cx="1676700" cy="36000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SzPts val="1100"/>
              <a:buFont typeface="Archivo"/>
              <a:buChar char="-"/>
            </a:pPr>
            <a:r>
              <a:rPr lang="en" sz="1100">
                <a:latin typeface="Archivo"/>
                <a:ea typeface="Archivo"/>
                <a:cs typeface="Archivo"/>
                <a:sym typeface="Archivo"/>
              </a:rPr>
              <a:t>Fresh Ingredients</a:t>
            </a:r>
            <a:endParaRPr sz="1100">
              <a:latin typeface="Archivo"/>
              <a:ea typeface="Archivo"/>
              <a:cs typeface="Archivo"/>
              <a:sym typeface="Archivo"/>
            </a:endParaRPr>
          </a:p>
          <a:p>
            <a:pPr indent="0" lvl="0" marL="0" rtl="0" algn="l">
              <a:lnSpc>
                <a:spcPct val="115000"/>
              </a:lnSpc>
              <a:spcBef>
                <a:spcPts val="0"/>
              </a:spcBef>
              <a:spcAft>
                <a:spcPts val="0"/>
              </a:spcAft>
              <a:buNone/>
            </a:pPr>
            <a:r>
              <a:t/>
            </a:r>
            <a:endParaRPr sz="1100">
              <a:latin typeface="Archivo"/>
              <a:ea typeface="Archivo"/>
              <a:cs typeface="Archivo"/>
              <a:sym typeface="Archivo"/>
            </a:endParaRPr>
          </a:p>
          <a:p>
            <a:pPr indent="-298450" lvl="0" marL="457200" rtl="0" algn="l">
              <a:lnSpc>
                <a:spcPct val="115000"/>
              </a:lnSpc>
              <a:spcBef>
                <a:spcPts val="0"/>
              </a:spcBef>
              <a:spcAft>
                <a:spcPts val="0"/>
              </a:spcAft>
              <a:buSzPts val="1100"/>
              <a:buFont typeface="Archivo"/>
              <a:buChar char="-"/>
            </a:pPr>
            <a:r>
              <a:rPr lang="en" sz="1100">
                <a:latin typeface="Archivo"/>
                <a:ea typeface="Archivo"/>
                <a:cs typeface="Archivo"/>
                <a:sym typeface="Archivo"/>
              </a:rPr>
              <a:t>Meal Recipes &amp; Nutritional Guidelines</a:t>
            </a:r>
            <a:endParaRPr sz="1100">
              <a:latin typeface="Archivo"/>
              <a:ea typeface="Archivo"/>
              <a:cs typeface="Archivo"/>
              <a:sym typeface="Archivo"/>
            </a:endParaRPr>
          </a:p>
          <a:p>
            <a:pPr indent="0" lvl="0" marL="914400" rtl="0" algn="l">
              <a:lnSpc>
                <a:spcPct val="115000"/>
              </a:lnSpc>
              <a:spcBef>
                <a:spcPts val="0"/>
              </a:spcBef>
              <a:spcAft>
                <a:spcPts val="0"/>
              </a:spcAft>
              <a:buNone/>
            </a:pPr>
            <a:r>
              <a:t/>
            </a:r>
            <a:endParaRPr sz="1100">
              <a:latin typeface="Archivo"/>
              <a:ea typeface="Archivo"/>
              <a:cs typeface="Archivo"/>
              <a:sym typeface="Archivo"/>
            </a:endParaRPr>
          </a:p>
          <a:p>
            <a:pPr indent="-298450" lvl="0" marL="457200" rtl="0" algn="l">
              <a:lnSpc>
                <a:spcPct val="115000"/>
              </a:lnSpc>
              <a:spcBef>
                <a:spcPts val="0"/>
              </a:spcBef>
              <a:spcAft>
                <a:spcPts val="0"/>
              </a:spcAft>
              <a:buSzPts val="1100"/>
              <a:buFont typeface="Archivo"/>
              <a:buChar char="-"/>
            </a:pPr>
            <a:r>
              <a:rPr lang="en" sz="1100">
                <a:latin typeface="Archivo"/>
                <a:ea typeface="Archivo"/>
                <a:cs typeface="Archivo"/>
                <a:sym typeface="Archivo"/>
              </a:rPr>
              <a:t>Meal Containers &amp; Packaging</a:t>
            </a:r>
            <a:endParaRPr sz="1100">
              <a:latin typeface="Archivo"/>
              <a:ea typeface="Archivo"/>
              <a:cs typeface="Archivo"/>
              <a:sym typeface="Archivo"/>
            </a:endParaRPr>
          </a:p>
          <a:p>
            <a:pPr indent="0" lvl="0" marL="0" rtl="0" algn="l">
              <a:lnSpc>
                <a:spcPct val="115000"/>
              </a:lnSpc>
              <a:spcBef>
                <a:spcPts val="0"/>
              </a:spcBef>
              <a:spcAft>
                <a:spcPts val="0"/>
              </a:spcAft>
              <a:buNone/>
            </a:pPr>
            <a:r>
              <a:t/>
            </a:r>
            <a:endParaRPr sz="1100">
              <a:latin typeface="Archivo"/>
              <a:ea typeface="Archivo"/>
              <a:cs typeface="Archivo"/>
              <a:sym typeface="Archivo"/>
            </a:endParaRPr>
          </a:p>
          <a:p>
            <a:pPr indent="-298450" lvl="0" marL="457200" rtl="0" algn="l">
              <a:lnSpc>
                <a:spcPct val="115000"/>
              </a:lnSpc>
              <a:spcBef>
                <a:spcPts val="0"/>
              </a:spcBef>
              <a:spcAft>
                <a:spcPts val="0"/>
              </a:spcAft>
              <a:buSzPts val="1100"/>
              <a:buFont typeface="Archivo"/>
              <a:buChar char="-"/>
            </a:pPr>
            <a:r>
              <a:rPr lang="en" sz="1100">
                <a:latin typeface="Archivo"/>
                <a:ea typeface="Archivo"/>
                <a:cs typeface="Archivo"/>
                <a:sym typeface="Archivo"/>
              </a:rPr>
              <a:t>Student Orders</a:t>
            </a:r>
            <a:endParaRPr sz="1100">
              <a:latin typeface="Archivo"/>
              <a:ea typeface="Archivo"/>
              <a:cs typeface="Archivo"/>
              <a:sym typeface="Archivo"/>
            </a:endParaRPr>
          </a:p>
          <a:p>
            <a:pPr indent="0" lvl="0" marL="0" rtl="0" algn="l">
              <a:lnSpc>
                <a:spcPct val="115000"/>
              </a:lnSpc>
              <a:spcBef>
                <a:spcPts val="0"/>
              </a:spcBef>
              <a:spcAft>
                <a:spcPts val="0"/>
              </a:spcAft>
              <a:buNone/>
            </a:pPr>
            <a:r>
              <a:t/>
            </a:r>
            <a:endParaRPr sz="1100">
              <a:latin typeface="Archivo"/>
              <a:ea typeface="Archivo"/>
              <a:cs typeface="Archivo"/>
              <a:sym typeface="Archivo"/>
            </a:endParaRPr>
          </a:p>
          <a:p>
            <a:pPr indent="-298450" lvl="0" marL="457200" rtl="0" algn="l">
              <a:lnSpc>
                <a:spcPct val="115000"/>
              </a:lnSpc>
              <a:spcBef>
                <a:spcPts val="0"/>
              </a:spcBef>
              <a:spcAft>
                <a:spcPts val="0"/>
              </a:spcAft>
              <a:buSzPts val="1100"/>
              <a:buFont typeface="Archivo"/>
              <a:buChar char="-"/>
            </a:pPr>
            <a:r>
              <a:rPr lang="en" sz="1100">
                <a:latin typeface="Archivo"/>
                <a:ea typeface="Archivo"/>
                <a:cs typeface="Archivo"/>
                <a:sym typeface="Archivo"/>
              </a:rPr>
              <a:t>Meal Swipe Authorization</a:t>
            </a:r>
            <a:endParaRPr sz="1100">
              <a:latin typeface="Archivo"/>
              <a:ea typeface="Archivo"/>
              <a:cs typeface="Archivo"/>
              <a:sym typeface="Archivo"/>
            </a:endParaRPr>
          </a:p>
        </p:txBody>
      </p:sp>
      <p:sp>
        <p:nvSpPr>
          <p:cNvPr id="681" name="Google Shape;681;p80"/>
          <p:cNvSpPr txBox="1"/>
          <p:nvPr>
            <p:ph idx="7" type="body"/>
          </p:nvPr>
        </p:nvSpPr>
        <p:spPr>
          <a:xfrm>
            <a:off x="3755400" y="1252888"/>
            <a:ext cx="1676700" cy="36000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Font typeface="Calibri"/>
              <a:buChar char="-"/>
            </a:pPr>
            <a:r>
              <a:rPr lang="en" sz="1100">
                <a:latin typeface="Calibri"/>
                <a:ea typeface="Calibri"/>
                <a:cs typeface="Calibri"/>
                <a:sym typeface="Calibri"/>
              </a:rPr>
              <a:t>Create meal kit </a:t>
            </a:r>
            <a:r>
              <a:rPr lang="en" sz="1100">
                <a:latin typeface="Archivo"/>
                <a:ea typeface="Archivo"/>
                <a:cs typeface="Archivo"/>
                <a:sym typeface="Archivo"/>
              </a:rPr>
              <a:t>options</a:t>
            </a:r>
            <a:endParaRPr sz="1100">
              <a:latin typeface="Archivo"/>
              <a:ea typeface="Archivo"/>
              <a:cs typeface="Archivo"/>
              <a:sym typeface="Archivo"/>
            </a:endParaRPr>
          </a:p>
          <a:p>
            <a:pPr indent="0" lvl="0" marL="457200" rtl="0" algn="l">
              <a:lnSpc>
                <a:spcPct val="100000"/>
              </a:lnSpc>
              <a:spcBef>
                <a:spcPts val="0"/>
              </a:spcBef>
              <a:spcAft>
                <a:spcPts val="0"/>
              </a:spcAft>
              <a:buNone/>
            </a:pPr>
            <a:r>
              <a:t/>
            </a:r>
            <a:endParaRPr sz="1100">
              <a:latin typeface="Archivo"/>
              <a:ea typeface="Archivo"/>
              <a:cs typeface="Archivo"/>
              <a:sym typeface="Archivo"/>
            </a:endParaRPr>
          </a:p>
          <a:p>
            <a:pPr indent="-298450" lvl="0" marL="457200" rtl="0" algn="l">
              <a:lnSpc>
                <a:spcPct val="100000"/>
              </a:lnSpc>
              <a:spcBef>
                <a:spcPts val="0"/>
              </a:spcBef>
              <a:spcAft>
                <a:spcPts val="0"/>
              </a:spcAft>
              <a:buSzPts val="1100"/>
              <a:buFont typeface="Calibri"/>
              <a:buChar char="-"/>
            </a:pPr>
            <a:r>
              <a:rPr lang="en" sz="1100">
                <a:latin typeface="Archivo"/>
                <a:ea typeface="Archivo"/>
                <a:cs typeface="Archivo"/>
                <a:sym typeface="Archivo"/>
              </a:rPr>
              <a:t>Find a space for manufacturing</a:t>
            </a:r>
            <a:endParaRPr sz="1100">
              <a:latin typeface="Archivo"/>
              <a:ea typeface="Archivo"/>
              <a:cs typeface="Archivo"/>
              <a:sym typeface="Archivo"/>
            </a:endParaRPr>
          </a:p>
          <a:p>
            <a:pPr indent="0" lvl="0" marL="0" rtl="0" algn="l">
              <a:lnSpc>
                <a:spcPct val="100000"/>
              </a:lnSpc>
              <a:spcBef>
                <a:spcPts val="0"/>
              </a:spcBef>
              <a:spcAft>
                <a:spcPts val="0"/>
              </a:spcAft>
              <a:buNone/>
            </a:pPr>
            <a:r>
              <a:t/>
            </a:r>
            <a:endParaRPr sz="1100">
              <a:latin typeface="Archivo"/>
              <a:ea typeface="Archivo"/>
              <a:cs typeface="Archivo"/>
              <a:sym typeface="Archivo"/>
            </a:endParaRPr>
          </a:p>
          <a:p>
            <a:pPr indent="-298450" lvl="0" marL="457200" rtl="0" algn="l">
              <a:lnSpc>
                <a:spcPct val="100000"/>
              </a:lnSpc>
              <a:spcBef>
                <a:spcPts val="0"/>
              </a:spcBef>
              <a:spcAft>
                <a:spcPts val="0"/>
              </a:spcAft>
              <a:buSzPts val="1100"/>
              <a:buFont typeface="Archivo"/>
              <a:buChar char="-"/>
            </a:pPr>
            <a:r>
              <a:rPr lang="en" sz="1100">
                <a:latin typeface="Archivo"/>
                <a:ea typeface="Archivo"/>
                <a:cs typeface="Archivo"/>
                <a:sym typeface="Archivo"/>
              </a:rPr>
              <a:t>Buy all necessary ingredients and supplies</a:t>
            </a:r>
            <a:endParaRPr sz="1100">
              <a:latin typeface="Archivo"/>
              <a:ea typeface="Archivo"/>
              <a:cs typeface="Archivo"/>
              <a:sym typeface="Archivo"/>
            </a:endParaRPr>
          </a:p>
          <a:p>
            <a:pPr indent="0" lvl="0" marL="0" rtl="0" algn="l">
              <a:lnSpc>
                <a:spcPct val="100000"/>
              </a:lnSpc>
              <a:spcBef>
                <a:spcPts val="0"/>
              </a:spcBef>
              <a:spcAft>
                <a:spcPts val="0"/>
              </a:spcAft>
              <a:buNone/>
            </a:pPr>
            <a:r>
              <a:t/>
            </a:r>
            <a:endParaRPr sz="1100">
              <a:latin typeface="Archivo"/>
              <a:ea typeface="Archivo"/>
              <a:cs typeface="Archivo"/>
              <a:sym typeface="Archivo"/>
            </a:endParaRPr>
          </a:p>
          <a:p>
            <a:pPr indent="-298450" lvl="0" marL="457200" rtl="0" algn="l">
              <a:lnSpc>
                <a:spcPct val="100000"/>
              </a:lnSpc>
              <a:spcBef>
                <a:spcPts val="0"/>
              </a:spcBef>
              <a:spcAft>
                <a:spcPts val="0"/>
              </a:spcAft>
              <a:buSzPts val="1100"/>
              <a:buFont typeface="Archivo"/>
              <a:buChar char="-"/>
            </a:pPr>
            <a:r>
              <a:rPr lang="en" sz="1100">
                <a:latin typeface="Archivo"/>
                <a:ea typeface="Archivo"/>
                <a:cs typeface="Archivo"/>
                <a:sym typeface="Archivo"/>
              </a:rPr>
              <a:t>Prepare all meal kits as needed</a:t>
            </a:r>
            <a:endParaRPr sz="1100">
              <a:latin typeface="Archivo"/>
              <a:ea typeface="Archivo"/>
              <a:cs typeface="Archivo"/>
              <a:sym typeface="Archivo"/>
            </a:endParaRPr>
          </a:p>
          <a:p>
            <a:pPr indent="0" lvl="0" marL="0" rtl="0" algn="l">
              <a:lnSpc>
                <a:spcPct val="100000"/>
              </a:lnSpc>
              <a:spcBef>
                <a:spcPts val="0"/>
              </a:spcBef>
              <a:spcAft>
                <a:spcPts val="0"/>
              </a:spcAft>
              <a:buNone/>
            </a:pPr>
            <a:r>
              <a:t/>
            </a:r>
            <a:endParaRPr sz="1100">
              <a:latin typeface="Archivo"/>
              <a:ea typeface="Archivo"/>
              <a:cs typeface="Archivo"/>
              <a:sym typeface="Archivo"/>
            </a:endParaRPr>
          </a:p>
          <a:p>
            <a:pPr indent="-298450" lvl="0" marL="457200" rtl="0" algn="l">
              <a:lnSpc>
                <a:spcPct val="100000"/>
              </a:lnSpc>
              <a:spcBef>
                <a:spcPts val="0"/>
              </a:spcBef>
              <a:spcAft>
                <a:spcPts val="0"/>
              </a:spcAft>
              <a:buSzPts val="1100"/>
              <a:buFont typeface="Archivo"/>
              <a:buChar char="-"/>
            </a:pPr>
            <a:r>
              <a:rPr lang="en" sz="1100">
                <a:latin typeface="Archivo"/>
                <a:ea typeface="Archivo"/>
                <a:cs typeface="Archivo"/>
                <a:sym typeface="Archivo"/>
              </a:rPr>
              <a:t>Deliver</a:t>
            </a:r>
            <a:endParaRPr sz="1100">
              <a:latin typeface="Archivo"/>
              <a:ea typeface="Archivo"/>
              <a:cs typeface="Archivo"/>
              <a:sym typeface="Archivo"/>
            </a:endParaRPr>
          </a:p>
          <a:p>
            <a:pPr indent="0" lvl="0" marL="0" marR="0" rtl="0" algn="l">
              <a:lnSpc>
                <a:spcPct val="115000"/>
              </a:lnSpc>
              <a:spcBef>
                <a:spcPts val="0"/>
              </a:spcBef>
              <a:spcAft>
                <a:spcPts val="0"/>
              </a:spcAft>
              <a:buNone/>
            </a:pPr>
            <a:r>
              <a:t/>
            </a:r>
            <a:endParaRPr sz="1100">
              <a:latin typeface="Archivo"/>
              <a:ea typeface="Archivo"/>
              <a:cs typeface="Archivo"/>
              <a:sym typeface="Archivo"/>
            </a:endParaRPr>
          </a:p>
        </p:txBody>
      </p:sp>
      <p:sp>
        <p:nvSpPr>
          <p:cNvPr id="682" name="Google Shape;682;p80"/>
          <p:cNvSpPr txBox="1"/>
          <p:nvPr>
            <p:ph idx="5" type="body"/>
          </p:nvPr>
        </p:nvSpPr>
        <p:spPr>
          <a:xfrm>
            <a:off x="5523525" y="1252888"/>
            <a:ext cx="1633200" cy="36000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304800" lvl="0" marL="457200" rtl="0" algn="l">
              <a:lnSpc>
                <a:spcPct val="100000"/>
              </a:lnSpc>
              <a:spcBef>
                <a:spcPts val="0"/>
              </a:spcBef>
              <a:spcAft>
                <a:spcPts val="0"/>
              </a:spcAft>
              <a:buSzPts val="1200"/>
              <a:buFont typeface="Calibri"/>
              <a:buChar char="-"/>
            </a:pPr>
            <a:r>
              <a:rPr lang="en" sz="1200">
                <a:latin typeface="Calibri"/>
                <a:ea typeface="Calibri"/>
                <a:cs typeface="Calibri"/>
                <a:sym typeface="Calibri"/>
              </a:rPr>
              <a:t>Fast shipping</a:t>
            </a:r>
            <a:endParaRPr sz="1200">
              <a:latin typeface="Calibri"/>
              <a:ea typeface="Calibri"/>
              <a:cs typeface="Calibri"/>
              <a:sym typeface="Calibri"/>
            </a:endParaRPr>
          </a:p>
          <a:p>
            <a:pPr indent="0" lvl="0" marL="0" rtl="0" algn="l">
              <a:lnSpc>
                <a:spcPct val="100000"/>
              </a:lnSpc>
              <a:spcBef>
                <a:spcPts val="0"/>
              </a:spcBef>
              <a:spcAft>
                <a:spcPts val="0"/>
              </a:spcAft>
              <a:buNone/>
            </a:pPr>
            <a:r>
              <a:t/>
            </a:r>
            <a:endParaRPr sz="1200">
              <a:latin typeface="Calibri"/>
              <a:ea typeface="Calibri"/>
              <a:cs typeface="Calibri"/>
              <a:sym typeface="Calibri"/>
            </a:endParaRPr>
          </a:p>
          <a:p>
            <a:pPr indent="-304800" lvl="0" marL="457200" rtl="0" algn="l">
              <a:lnSpc>
                <a:spcPct val="100000"/>
              </a:lnSpc>
              <a:spcBef>
                <a:spcPts val="0"/>
              </a:spcBef>
              <a:spcAft>
                <a:spcPts val="0"/>
              </a:spcAft>
              <a:buSzPts val="1200"/>
              <a:buFont typeface="Calibri"/>
              <a:buChar char="-"/>
            </a:pPr>
            <a:r>
              <a:rPr lang="en" sz="1200">
                <a:latin typeface="Calibri"/>
                <a:ea typeface="Calibri"/>
                <a:cs typeface="Calibri"/>
                <a:sym typeface="Calibri"/>
              </a:rPr>
              <a:t>Good taste and flavors</a:t>
            </a:r>
            <a:endParaRPr sz="1200">
              <a:latin typeface="Calibri"/>
              <a:ea typeface="Calibri"/>
              <a:cs typeface="Calibri"/>
              <a:sym typeface="Calibri"/>
            </a:endParaRPr>
          </a:p>
          <a:p>
            <a:pPr indent="0" lvl="0" marL="457200" rtl="0" algn="l">
              <a:lnSpc>
                <a:spcPct val="100000"/>
              </a:lnSpc>
              <a:spcBef>
                <a:spcPts val="0"/>
              </a:spcBef>
              <a:spcAft>
                <a:spcPts val="0"/>
              </a:spcAft>
              <a:buNone/>
            </a:pPr>
            <a:r>
              <a:t/>
            </a:r>
            <a:endParaRPr sz="1200">
              <a:latin typeface="Calibri"/>
              <a:ea typeface="Calibri"/>
              <a:cs typeface="Calibri"/>
              <a:sym typeface="Calibri"/>
            </a:endParaRPr>
          </a:p>
          <a:p>
            <a:pPr indent="-304800" lvl="0" marL="457200" rtl="0" algn="l">
              <a:lnSpc>
                <a:spcPct val="100000"/>
              </a:lnSpc>
              <a:spcBef>
                <a:spcPts val="0"/>
              </a:spcBef>
              <a:spcAft>
                <a:spcPts val="0"/>
              </a:spcAft>
              <a:buSzPts val="1200"/>
              <a:buFont typeface="Calibri"/>
              <a:buChar char="-"/>
            </a:pPr>
            <a:r>
              <a:rPr lang="en" sz="1200">
                <a:latin typeface="Calibri"/>
                <a:ea typeface="Calibri"/>
                <a:cs typeface="Calibri"/>
                <a:sym typeface="Calibri"/>
              </a:rPr>
              <a:t>Efficient customer service</a:t>
            </a:r>
            <a:endParaRPr sz="1200">
              <a:latin typeface="Calibri"/>
              <a:ea typeface="Calibri"/>
              <a:cs typeface="Calibri"/>
              <a:sym typeface="Calibri"/>
            </a:endParaRPr>
          </a:p>
          <a:p>
            <a:pPr indent="0" lvl="0" marL="0" rtl="0" algn="l">
              <a:lnSpc>
                <a:spcPct val="100000"/>
              </a:lnSpc>
              <a:spcBef>
                <a:spcPts val="0"/>
              </a:spcBef>
              <a:spcAft>
                <a:spcPts val="0"/>
              </a:spcAft>
              <a:buNone/>
            </a:pPr>
            <a:r>
              <a:t/>
            </a:r>
            <a:endParaRPr sz="1200">
              <a:latin typeface="Calibri"/>
              <a:ea typeface="Calibri"/>
              <a:cs typeface="Calibri"/>
              <a:sym typeface="Calibri"/>
            </a:endParaRPr>
          </a:p>
          <a:p>
            <a:pPr indent="-304800" lvl="0" marL="457200" rtl="0" algn="l">
              <a:lnSpc>
                <a:spcPct val="100000"/>
              </a:lnSpc>
              <a:spcBef>
                <a:spcPts val="0"/>
              </a:spcBef>
              <a:spcAft>
                <a:spcPts val="0"/>
              </a:spcAft>
              <a:buSzPts val="1200"/>
              <a:buFont typeface="Calibri"/>
              <a:buChar char="-"/>
            </a:pPr>
            <a:r>
              <a:rPr lang="en" sz="1200">
                <a:latin typeface="Calibri"/>
                <a:ea typeface="Calibri"/>
                <a:cs typeface="Calibri"/>
                <a:sym typeface="Calibri"/>
              </a:rPr>
              <a:t>Affordability</a:t>
            </a:r>
            <a:endParaRPr sz="1200">
              <a:latin typeface="Archivo"/>
              <a:ea typeface="Archivo"/>
              <a:cs typeface="Archivo"/>
              <a:sym typeface="Archivo"/>
            </a:endParaRPr>
          </a:p>
        </p:txBody>
      </p:sp>
      <p:sp>
        <p:nvSpPr>
          <p:cNvPr id="683" name="Google Shape;683;p80"/>
          <p:cNvSpPr txBox="1"/>
          <p:nvPr>
            <p:ph idx="9" type="body"/>
          </p:nvPr>
        </p:nvSpPr>
        <p:spPr>
          <a:xfrm>
            <a:off x="7291650" y="1252888"/>
            <a:ext cx="1633200" cy="36000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100">
                <a:latin typeface="Calibri"/>
                <a:ea typeface="Calibri"/>
                <a:cs typeface="Calibri"/>
                <a:sym typeface="Calibri"/>
              </a:rPr>
              <a:t>Who:</a:t>
            </a:r>
            <a:endParaRPr b="1" sz="1100">
              <a:latin typeface="Calibri"/>
              <a:ea typeface="Calibri"/>
              <a:cs typeface="Calibri"/>
              <a:sym typeface="Calibri"/>
            </a:endParaRPr>
          </a:p>
          <a:p>
            <a:pPr indent="-298450" lvl="0" marL="457200" rtl="0" algn="l">
              <a:lnSpc>
                <a:spcPct val="100000"/>
              </a:lnSpc>
              <a:spcBef>
                <a:spcPts val="0"/>
              </a:spcBef>
              <a:spcAft>
                <a:spcPts val="0"/>
              </a:spcAft>
              <a:buSzPts val="1100"/>
              <a:buFont typeface="Calibri"/>
              <a:buChar char="-"/>
            </a:pPr>
            <a:r>
              <a:rPr lang="en" sz="1100">
                <a:latin typeface="Calibri"/>
                <a:ea typeface="Calibri"/>
                <a:cs typeface="Calibri"/>
                <a:sym typeface="Calibri"/>
              </a:rPr>
              <a:t>College Students</a:t>
            </a:r>
            <a:endParaRPr sz="1100">
              <a:latin typeface="Calibri"/>
              <a:ea typeface="Calibri"/>
              <a:cs typeface="Calibri"/>
              <a:sym typeface="Calibri"/>
            </a:endParaRPr>
          </a:p>
          <a:p>
            <a:pPr indent="0" lvl="0" marL="0" rtl="0" algn="l">
              <a:lnSpc>
                <a:spcPct val="100000"/>
              </a:lnSpc>
              <a:spcBef>
                <a:spcPts val="0"/>
              </a:spcBef>
              <a:spcAft>
                <a:spcPts val="0"/>
              </a:spcAft>
              <a:buNone/>
            </a:pPr>
            <a:r>
              <a:t/>
            </a:r>
            <a:endParaRPr b="1" sz="1100">
              <a:latin typeface="Calibri"/>
              <a:ea typeface="Calibri"/>
              <a:cs typeface="Calibri"/>
              <a:sym typeface="Calibri"/>
            </a:endParaRPr>
          </a:p>
          <a:p>
            <a:pPr indent="0" lvl="0" marL="0" rtl="0" algn="l">
              <a:lnSpc>
                <a:spcPct val="100000"/>
              </a:lnSpc>
              <a:spcBef>
                <a:spcPts val="0"/>
              </a:spcBef>
              <a:spcAft>
                <a:spcPts val="0"/>
              </a:spcAft>
              <a:buNone/>
            </a:pPr>
            <a:r>
              <a:rPr b="1" lang="en" sz="1100">
                <a:latin typeface="Calibri"/>
                <a:ea typeface="Calibri"/>
                <a:cs typeface="Calibri"/>
                <a:sym typeface="Calibri"/>
              </a:rPr>
              <a:t>Desired Customer Behaviors:</a:t>
            </a:r>
            <a:endParaRPr b="1" sz="1100">
              <a:latin typeface="Calibri"/>
              <a:ea typeface="Calibri"/>
              <a:cs typeface="Calibri"/>
              <a:sym typeface="Calibri"/>
            </a:endParaRPr>
          </a:p>
          <a:p>
            <a:pPr indent="-298450" lvl="0" marL="457200" rtl="0" algn="l">
              <a:lnSpc>
                <a:spcPct val="100000"/>
              </a:lnSpc>
              <a:spcBef>
                <a:spcPts val="0"/>
              </a:spcBef>
              <a:spcAft>
                <a:spcPts val="0"/>
              </a:spcAft>
              <a:buSzPts val="1100"/>
              <a:buFont typeface="Calibri"/>
              <a:buChar char="-"/>
            </a:pPr>
            <a:r>
              <a:rPr lang="en" sz="1100">
                <a:latin typeface="Calibri"/>
                <a:ea typeface="Calibri"/>
                <a:cs typeface="Calibri"/>
                <a:sym typeface="Calibri"/>
              </a:rPr>
              <a:t>Returning Customers</a:t>
            </a:r>
            <a:endParaRPr sz="1100">
              <a:latin typeface="Calibri"/>
              <a:ea typeface="Calibri"/>
              <a:cs typeface="Calibri"/>
              <a:sym typeface="Calibri"/>
            </a:endParaRPr>
          </a:p>
          <a:p>
            <a:pPr indent="-298450" lvl="0" marL="457200" rtl="0" algn="l">
              <a:lnSpc>
                <a:spcPct val="100000"/>
              </a:lnSpc>
              <a:spcBef>
                <a:spcPts val="0"/>
              </a:spcBef>
              <a:spcAft>
                <a:spcPts val="0"/>
              </a:spcAft>
              <a:buSzPts val="1100"/>
              <a:buFont typeface="Calibri"/>
              <a:buChar char="-"/>
            </a:pPr>
            <a:r>
              <a:rPr lang="en" sz="1100">
                <a:latin typeface="Calibri"/>
                <a:ea typeface="Calibri"/>
                <a:cs typeface="Calibri"/>
                <a:sym typeface="Calibri"/>
              </a:rPr>
              <a:t>Recommended through word of mouth</a:t>
            </a:r>
            <a:endParaRPr sz="1100">
              <a:latin typeface="Calibri"/>
              <a:ea typeface="Calibri"/>
              <a:cs typeface="Calibri"/>
              <a:sym typeface="Calibri"/>
            </a:endParaRPr>
          </a:p>
          <a:p>
            <a:pPr indent="-298450" lvl="0" marL="457200" rtl="0" algn="l">
              <a:lnSpc>
                <a:spcPct val="100000"/>
              </a:lnSpc>
              <a:spcBef>
                <a:spcPts val="0"/>
              </a:spcBef>
              <a:spcAft>
                <a:spcPts val="0"/>
              </a:spcAft>
              <a:buSzPts val="1100"/>
              <a:buFont typeface="Calibri"/>
              <a:buChar char="-"/>
            </a:pPr>
            <a:r>
              <a:rPr lang="en" sz="1100">
                <a:latin typeface="Calibri"/>
                <a:ea typeface="Calibri"/>
                <a:cs typeface="Calibri"/>
                <a:sym typeface="Calibri"/>
              </a:rPr>
              <a:t>Good reviews</a:t>
            </a:r>
            <a:endParaRPr sz="1100">
              <a:latin typeface="Calibri"/>
              <a:ea typeface="Calibri"/>
              <a:cs typeface="Calibri"/>
              <a:sym typeface="Calibri"/>
            </a:endParaRPr>
          </a:p>
          <a:p>
            <a:pPr indent="0" lvl="0" marL="0" rtl="0" algn="l">
              <a:lnSpc>
                <a:spcPct val="100000"/>
              </a:lnSpc>
              <a:spcBef>
                <a:spcPts val="0"/>
              </a:spcBef>
              <a:spcAft>
                <a:spcPts val="0"/>
              </a:spcAft>
              <a:buNone/>
            </a:pPr>
            <a:r>
              <a:t/>
            </a:r>
            <a:endParaRPr sz="1100">
              <a:latin typeface="Calibri"/>
              <a:ea typeface="Calibri"/>
              <a:cs typeface="Calibri"/>
              <a:sym typeface="Calibri"/>
            </a:endParaRPr>
          </a:p>
          <a:p>
            <a:pPr indent="0" lvl="0" marL="0" rtl="0" algn="l">
              <a:lnSpc>
                <a:spcPct val="100000"/>
              </a:lnSpc>
              <a:spcBef>
                <a:spcPts val="0"/>
              </a:spcBef>
              <a:spcAft>
                <a:spcPts val="0"/>
              </a:spcAft>
              <a:buNone/>
            </a:pPr>
            <a:r>
              <a:rPr b="1" lang="en" sz="1100">
                <a:latin typeface="Calibri"/>
                <a:ea typeface="Calibri"/>
                <a:cs typeface="Calibri"/>
                <a:sym typeface="Calibri"/>
              </a:rPr>
              <a:t>Customer Requirements:</a:t>
            </a:r>
            <a:endParaRPr b="1" sz="1100">
              <a:latin typeface="Calibri"/>
              <a:ea typeface="Calibri"/>
              <a:cs typeface="Calibri"/>
              <a:sym typeface="Calibri"/>
            </a:endParaRPr>
          </a:p>
          <a:p>
            <a:pPr indent="-298450" lvl="0" marL="457200" rtl="0" algn="l">
              <a:lnSpc>
                <a:spcPct val="100000"/>
              </a:lnSpc>
              <a:spcBef>
                <a:spcPts val="0"/>
              </a:spcBef>
              <a:spcAft>
                <a:spcPts val="0"/>
              </a:spcAft>
              <a:buSzPts val="1100"/>
              <a:buFont typeface="Calibri"/>
              <a:buChar char="-"/>
            </a:pPr>
            <a:r>
              <a:rPr lang="en" sz="1100">
                <a:latin typeface="Calibri"/>
                <a:ea typeface="Calibri"/>
                <a:cs typeface="Calibri"/>
                <a:sym typeface="Calibri"/>
              </a:rPr>
              <a:t>High quality</a:t>
            </a:r>
            <a:endParaRPr sz="1100">
              <a:latin typeface="Calibri"/>
              <a:ea typeface="Calibri"/>
              <a:cs typeface="Calibri"/>
              <a:sym typeface="Calibri"/>
            </a:endParaRPr>
          </a:p>
          <a:p>
            <a:pPr indent="-298450" lvl="0" marL="457200" rtl="0" algn="l">
              <a:lnSpc>
                <a:spcPct val="100000"/>
              </a:lnSpc>
              <a:spcBef>
                <a:spcPts val="0"/>
              </a:spcBef>
              <a:spcAft>
                <a:spcPts val="0"/>
              </a:spcAft>
              <a:buSzPts val="1100"/>
              <a:buFont typeface="Calibri"/>
              <a:buChar char="-"/>
            </a:pPr>
            <a:r>
              <a:rPr lang="en" sz="1100">
                <a:latin typeface="Calibri"/>
                <a:ea typeface="Calibri"/>
                <a:cs typeface="Calibri"/>
                <a:sym typeface="Calibri"/>
              </a:rPr>
              <a:t>healthy and delicious meals</a:t>
            </a:r>
            <a:endParaRPr sz="1100">
              <a:latin typeface="Archivo"/>
              <a:ea typeface="Archivo"/>
              <a:cs typeface="Archivo"/>
              <a:sym typeface="Archiv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p81"/>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p>
            <a:pPr indent="0" lvl="0" marL="0" rtl="0" algn="r">
              <a:lnSpc>
                <a:spcPct val="100000"/>
              </a:lnSpc>
              <a:spcBef>
                <a:spcPts val="0"/>
              </a:spcBef>
              <a:spcAft>
                <a:spcPts val="0"/>
              </a:spcAft>
              <a:buSzPts val="700"/>
              <a:buNone/>
            </a:pPr>
            <a:fld id="{00000000-1234-1234-1234-123412341234}" type="slidenum">
              <a:rPr lang="en"/>
              <a:t>‹#›</a:t>
            </a:fld>
            <a:endParaRPr/>
          </a:p>
        </p:txBody>
      </p:sp>
      <p:sp>
        <p:nvSpPr>
          <p:cNvPr id="689" name="Google Shape;689;p81"/>
          <p:cNvSpPr txBox="1"/>
          <p:nvPr>
            <p:ph idx="1" type="subTitle"/>
          </p:nvPr>
        </p:nvSpPr>
        <p:spPr>
          <a:xfrm>
            <a:off x="361975" y="250000"/>
            <a:ext cx="8367600" cy="461700"/>
          </a:xfrm>
          <a:prstGeom prst="rect">
            <a:avLst/>
          </a:prstGeom>
          <a:noFill/>
          <a:ln>
            <a:noFill/>
          </a:ln>
        </p:spPr>
        <p:txBody>
          <a:bodyPr anchorCtr="0" anchor="b"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 sz="3000" u="none" cap="none" strike="noStrike">
                <a:latin typeface="Arial"/>
                <a:ea typeface="Arial"/>
                <a:cs typeface="Arial"/>
                <a:sym typeface="Arial"/>
              </a:rPr>
              <a:t>Performance Measurement</a:t>
            </a:r>
            <a:endParaRPr b="1" i="0" sz="3000" u="none" cap="none" strike="noStrike">
              <a:latin typeface="Arial"/>
              <a:ea typeface="Arial"/>
              <a:cs typeface="Arial"/>
              <a:sym typeface="Arial"/>
            </a:endParaRPr>
          </a:p>
        </p:txBody>
      </p:sp>
      <p:sp>
        <p:nvSpPr>
          <p:cNvPr id="690" name="Google Shape;690;p81"/>
          <p:cNvSpPr/>
          <p:nvPr/>
        </p:nvSpPr>
        <p:spPr>
          <a:xfrm>
            <a:off x="365400" y="949100"/>
            <a:ext cx="8413200" cy="234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lt1"/>
                </a:solidFill>
                <a:latin typeface="Archivo"/>
                <a:ea typeface="Archivo"/>
                <a:cs typeface="Archivo"/>
                <a:sym typeface="Archivo"/>
              </a:rPr>
              <a:t>EFFECTIVENESS MEASURES</a:t>
            </a:r>
            <a:endParaRPr b="1" i="0" sz="1400" u="none" cap="none" strike="noStrike">
              <a:solidFill>
                <a:schemeClr val="lt1"/>
              </a:solidFill>
              <a:latin typeface="Archivo"/>
              <a:ea typeface="Archivo"/>
              <a:cs typeface="Archivo"/>
              <a:sym typeface="Archivo"/>
            </a:endParaRPr>
          </a:p>
        </p:txBody>
      </p:sp>
      <p:pic>
        <p:nvPicPr>
          <p:cNvPr id="691" name="Google Shape;691;p81"/>
          <p:cNvPicPr preferRelativeResize="0"/>
          <p:nvPr/>
        </p:nvPicPr>
        <p:blipFill>
          <a:blip r:embed="rId3">
            <a:alphaModFix/>
          </a:blip>
          <a:stretch>
            <a:fillRect/>
          </a:stretch>
        </p:blipFill>
        <p:spPr>
          <a:xfrm>
            <a:off x="363325" y="1334400"/>
            <a:ext cx="8367599" cy="325180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p82"/>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p>
            <a:pPr indent="0" lvl="0" marL="0" rtl="0" algn="r">
              <a:lnSpc>
                <a:spcPct val="100000"/>
              </a:lnSpc>
              <a:spcBef>
                <a:spcPts val="0"/>
              </a:spcBef>
              <a:spcAft>
                <a:spcPts val="0"/>
              </a:spcAft>
              <a:buSzPts val="700"/>
              <a:buNone/>
            </a:pPr>
            <a:fld id="{00000000-1234-1234-1234-123412341234}" type="slidenum">
              <a:rPr lang="en"/>
              <a:t>‹#›</a:t>
            </a:fld>
            <a:endParaRPr/>
          </a:p>
        </p:txBody>
      </p:sp>
      <p:sp>
        <p:nvSpPr>
          <p:cNvPr id="697" name="Google Shape;697;p82"/>
          <p:cNvSpPr txBox="1"/>
          <p:nvPr>
            <p:ph idx="1" type="subTitle"/>
          </p:nvPr>
        </p:nvSpPr>
        <p:spPr>
          <a:xfrm>
            <a:off x="361975" y="250000"/>
            <a:ext cx="8367600" cy="461700"/>
          </a:xfrm>
          <a:prstGeom prst="rect">
            <a:avLst/>
          </a:prstGeom>
          <a:noFill/>
          <a:ln>
            <a:noFill/>
          </a:ln>
        </p:spPr>
        <p:txBody>
          <a:bodyPr anchorCtr="0" anchor="b"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 sz="3000" u="none" cap="none" strike="noStrike">
                <a:latin typeface="Arial"/>
                <a:ea typeface="Arial"/>
                <a:cs typeface="Arial"/>
                <a:sym typeface="Arial"/>
              </a:rPr>
              <a:t>Performance Measurement</a:t>
            </a:r>
            <a:endParaRPr b="1" i="0" sz="3000" u="none" cap="none" strike="noStrike">
              <a:latin typeface="Arial"/>
              <a:ea typeface="Arial"/>
              <a:cs typeface="Arial"/>
              <a:sym typeface="Arial"/>
            </a:endParaRPr>
          </a:p>
        </p:txBody>
      </p:sp>
      <p:sp>
        <p:nvSpPr>
          <p:cNvPr id="698" name="Google Shape;698;p82"/>
          <p:cNvSpPr/>
          <p:nvPr/>
        </p:nvSpPr>
        <p:spPr>
          <a:xfrm>
            <a:off x="363325" y="975408"/>
            <a:ext cx="8293500" cy="234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lt1"/>
                </a:solidFill>
                <a:latin typeface="Archivo"/>
                <a:ea typeface="Archivo"/>
                <a:cs typeface="Archivo"/>
                <a:sym typeface="Archivo"/>
              </a:rPr>
              <a:t>EFFICIENCY MEASURES</a:t>
            </a:r>
            <a:endParaRPr b="1" i="0" sz="1400" u="none" cap="none" strike="noStrike">
              <a:solidFill>
                <a:schemeClr val="lt1"/>
              </a:solidFill>
              <a:latin typeface="Archivo"/>
              <a:ea typeface="Archivo"/>
              <a:cs typeface="Archivo"/>
              <a:sym typeface="Archivo"/>
            </a:endParaRPr>
          </a:p>
        </p:txBody>
      </p:sp>
      <p:pic>
        <p:nvPicPr>
          <p:cNvPr id="699" name="Google Shape;699;p82"/>
          <p:cNvPicPr preferRelativeResize="0"/>
          <p:nvPr/>
        </p:nvPicPr>
        <p:blipFill>
          <a:blip r:embed="rId3">
            <a:alphaModFix/>
          </a:blip>
          <a:stretch>
            <a:fillRect/>
          </a:stretch>
        </p:blipFill>
        <p:spPr>
          <a:xfrm>
            <a:off x="363325" y="1358305"/>
            <a:ext cx="8293501" cy="330922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sp>
        <p:nvSpPr>
          <p:cNvPr id="704" name="Google Shape;704;p83"/>
          <p:cNvSpPr txBox="1"/>
          <p:nvPr>
            <p:ph idx="7" type="subTitle"/>
          </p:nvPr>
        </p:nvSpPr>
        <p:spPr>
          <a:xfrm>
            <a:off x="4304264" y="4160023"/>
            <a:ext cx="5175600" cy="192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800"/>
              <a:t>Engagement-Driven Service</a:t>
            </a:r>
            <a:endParaRPr sz="1800"/>
          </a:p>
        </p:txBody>
      </p:sp>
      <p:sp>
        <p:nvSpPr>
          <p:cNvPr id="705" name="Google Shape;705;p83"/>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06" name="Google Shape;706;p83"/>
          <p:cNvSpPr txBox="1"/>
          <p:nvPr>
            <p:ph idx="3" type="subTitle"/>
          </p:nvPr>
        </p:nvSpPr>
        <p:spPr>
          <a:xfrm>
            <a:off x="4316577" y="2478837"/>
            <a:ext cx="5175600" cy="192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800"/>
              <a:t>Flexible Subscriptions</a:t>
            </a:r>
            <a:endParaRPr sz="1800"/>
          </a:p>
        </p:txBody>
      </p:sp>
      <p:sp>
        <p:nvSpPr>
          <p:cNvPr id="707" name="Google Shape;707;p83"/>
          <p:cNvSpPr txBox="1"/>
          <p:nvPr>
            <p:ph idx="4" type="body"/>
          </p:nvPr>
        </p:nvSpPr>
        <p:spPr>
          <a:xfrm>
            <a:off x="4316587" y="3648900"/>
            <a:ext cx="4221300" cy="378900"/>
          </a:xfrm>
          <a:prstGeom prst="rect">
            <a:avLst/>
          </a:prstGeom>
        </p:spPr>
        <p:txBody>
          <a:bodyPr anchorCtr="0" anchor="t" bIns="0" lIns="0" spcFirstLastPara="1" rIns="0" wrap="square" tIns="45700">
            <a:noAutofit/>
          </a:bodyPr>
          <a:lstStyle/>
          <a:p>
            <a:pPr indent="0" lvl="0" marL="0" rtl="0" algn="l">
              <a:spcBef>
                <a:spcPts val="0"/>
              </a:spcBef>
              <a:spcAft>
                <a:spcPts val="0"/>
              </a:spcAft>
              <a:buNone/>
            </a:pPr>
            <a:r>
              <a:rPr lang="en"/>
              <a:t>Collect weekly post-delivery ratings and use data to adjust menu offerings each semester</a:t>
            </a:r>
            <a:endParaRPr/>
          </a:p>
          <a:p>
            <a:pPr indent="0" lvl="0" marL="0" rtl="0" algn="l">
              <a:spcBef>
                <a:spcPts val="800"/>
              </a:spcBef>
              <a:spcAft>
                <a:spcPts val="800"/>
              </a:spcAft>
              <a:buNone/>
            </a:pPr>
            <a:r>
              <a:t/>
            </a:r>
            <a:endParaRPr/>
          </a:p>
        </p:txBody>
      </p:sp>
      <p:sp>
        <p:nvSpPr>
          <p:cNvPr id="708" name="Google Shape;708;p83"/>
          <p:cNvSpPr txBox="1"/>
          <p:nvPr>
            <p:ph idx="5" type="subTitle"/>
          </p:nvPr>
        </p:nvSpPr>
        <p:spPr>
          <a:xfrm>
            <a:off x="4316576" y="3309099"/>
            <a:ext cx="5175600" cy="192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800"/>
              <a:t>Customer Feedback System</a:t>
            </a:r>
            <a:endParaRPr sz="1800"/>
          </a:p>
        </p:txBody>
      </p:sp>
      <p:sp>
        <p:nvSpPr>
          <p:cNvPr id="709" name="Google Shape;709;p83"/>
          <p:cNvSpPr txBox="1"/>
          <p:nvPr>
            <p:ph idx="6" type="body"/>
          </p:nvPr>
        </p:nvSpPr>
        <p:spPr>
          <a:xfrm>
            <a:off x="4316587" y="4514525"/>
            <a:ext cx="4221300" cy="378900"/>
          </a:xfrm>
          <a:prstGeom prst="rect">
            <a:avLst/>
          </a:prstGeom>
        </p:spPr>
        <p:txBody>
          <a:bodyPr anchorCtr="0" anchor="t" bIns="0" lIns="0" spcFirstLastPara="1" rIns="0" wrap="square" tIns="45700">
            <a:noAutofit/>
          </a:bodyPr>
          <a:lstStyle/>
          <a:p>
            <a:pPr indent="0" lvl="0" marL="0" rtl="0" algn="l">
              <a:spcBef>
                <a:spcPts val="0"/>
              </a:spcBef>
              <a:spcAft>
                <a:spcPts val="0"/>
              </a:spcAft>
              <a:buNone/>
            </a:pPr>
            <a:r>
              <a:rPr lang="en"/>
              <a:t>Apply employee engagement strategies to improve service quality, as better staff experience leads to better customer experience</a:t>
            </a:r>
            <a:endParaRPr/>
          </a:p>
          <a:p>
            <a:pPr indent="0" lvl="0" marL="0" rtl="0" algn="l">
              <a:spcBef>
                <a:spcPts val="800"/>
              </a:spcBef>
              <a:spcAft>
                <a:spcPts val="800"/>
              </a:spcAft>
              <a:buNone/>
            </a:pPr>
            <a:r>
              <a:t/>
            </a:r>
            <a:endParaRPr/>
          </a:p>
        </p:txBody>
      </p:sp>
      <p:sp>
        <p:nvSpPr>
          <p:cNvPr id="710" name="Google Shape;710;p83"/>
          <p:cNvSpPr txBox="1"/>
          <p:nvPr>
            <p:ph type="title"/>
          </p:nvPr>
        </p:nvSpPr>
        <p:spPr>
          <a:xfrm>
            <a:off x="1121405" y="916100"/>
            <a:ext cx="2511300" cy="697800"/>
          </a:xfrm>
          <a:prstGeom prst="rect">
            <a:avLst/>
          </a:prstGeom>
        </p:spPr>
        <p:txBody>
          <a:bodyPr anchorCtr="0" anchor="t" bIns="137150" lIns="0" spcFirstLastPara="1" rIns="0" wrap="square" tIns="137150">
            <a:noAutofit/>
          </a:bodyPr>
          <a:lstStyle/>
          <a:p>
            <a:pPr indent="0" lvl="0" marL="0" rtl="0" algn="ctr">
              <a:spcBef>
                <a:spcPts val="0"/>
              </a:spcBef>
              <a:spcAft>
                <a:spcPts val="0"/>
              </a:spcAft>
              <a:buNone/>
            </a:pPr>
            <a:r>
              <a:rPr lang="en" sz="2311"/>
              <a:t>Focus Area</a:t>
            </a:r>
            <a:endParaRPr sz="3200"/>
          </a:p>
        </p:txBody>
      </p:sp>
      <p:sp>
        <p:nvSpPr>
          <p:cNvPr id="711" name="Google Shape;711;p83"/>
          <p:cNvSpPr txBox="1"/>
          <p:nvPr>
            <p:ph idx="8" type="body"/>
          </p:nvPr>
        </p:nvSpPr>
        <p:spPr>
          <a:xfrm>
            <a:off x="887625" y="1834166"/>
            <a:ext cx="2886900" cy="778500"/>
          </a:xfrm>
          <a:prstGeom prst="rect">
            <a:avLst/>
          </a:prstGeom>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 sz="1300"/>
              <a:t>Effectiveness</a:t>
            </a:r>
            <a:endParaRPr sz="1300"/>
          </a:p>
          <a:p>
            <a:pPr indent="0" lvl="0" marL="0" rtl="0" algn="ctr">
              <a:lnSpc>
                <a:spcPct val="100000"/>
              </a:lnSpc>
              <a:spcBef>
                <a:spcPts val="800"/>
              </a:spcBef>
              <a:spcAft>
                <a:spcPts val="800"/>
              </a:spcAft>
              <a:buNone/>
            </a:pPr>
            <a:r>
              <a:rPr lang="en" sz="1300"/>
              <a:t>(Customer Retention Rate)</a:t>
            </a:r>
            <a:endParaRPr sz="1300"/>
          </a:p>
        </p:txBody>
      </p:sp>
      <p:sp>
        <p:nvSpPr>
          <p:cNvPr id="712" name="Google Shape;712;p83"/>
          <p:cNvSpPr txBox="1"/>
          <p:nvPr>
            <p:ph idx="2" type="body"/>
          </p:nvPr>
        </p:nvSpPr>
        <p:spPr>
          <a:xfrm>
            <a:off x="4316587" y="2837013"/>
            <a:ext cx="4221300" cy="483000"/>
          </a:xfrm>
          <a:prstGeom prst="rect">
            <a:avLst/>
          </a:prstGeom>
        </p:spPr>
        <p:txBody>
          <a:bodyPr anchorCtr="0" anchor="t" bIns="0" lIns="0" spcFirstLastPara="1" rIns="0" wrap="square" tIns="45700">
            <a:noAutofit/>
          </a:bodyPr>
          <a:lstStyle/>
          <a:p>
            <a:pPr indent="0" lvl="0" marL="0" rtl="0" algn="l">
              <a:spcBef>
                <a:spcPts val="0"/>
              </a:spcBef>
              <a:spcAft>
                <a:spcPts val="0"/>
              </a:spcAft>
              <a:buNone/>
            </a:pPr>
            <a:r>
              <a:rPr lang="en"/>
              <a:t>Offer weekly and bi-weekly subscription packages allowing students to customize frequency and meal types</a:t>
            </a:r>
            <a:endParaRPr/>
          </a:p>
          <a:p>
            <a:pPr indent="0" lvl="0" marL="0" rtl="0" algn="l">
              <a:spcBef>
                <a:spcPts val="800"/>
              </a:spcBef>
              <a:spcAft>
                <a:spcPts val="800"/>
              </a:spcAft>
              <a:buNone/>
            </a:pPr>
            <a:r>
              <a:t/>
            </a:r>
            <a:endParaRPr/>
          </a:p>
        </p:txBody>
      </p:sp>
      <p:sp>
        <p:nvSpPr>
          <p:cNvPr id="713" name="Google Shape;713;p83"/>
          <p:cNvSpPr txBox="1"/>
          <p:nvPr>
            <p:ph idx="9" type="subTitle"/>
          </p:nvPr>
        </p:nvSpPr>
        <p:spPr>
          <a:xfrm>
            <a:off x="361975" y="300960"/>
            <a:ext cx="8367600" cy="461700"/>
          </a:xfrm>
          <a:prstGeom prst="rect">
            <a:avLst/>
          </a:prstGeom>
        </p:spPr>
        <p:txBody>
          <a:bodyPr anchorCtr="0" anchor="b" bIns="0" lIns="0" spcFirstLastPara="1" rIns="0" wrap="square" tIns="0">
            <a:spAutoFit/>
          </a:bodyPr>
          <a:lstStyle/>
          <a:p>
            <a:pPr indent="0" lvl="0" marL="0" rtl="0" algn="l">
              <a:spcBef>
                <a:spcPts val="0"/>
              </a:spcBef>
              <a:spcAft>
                <a:spcPts val="0"/>
              </a:spcAft>
              <a:buNone/>
            </a:pPr>
            <a:r>
              <a:rPr b="1" lang="en" sz="3000"/>
              <a:t>Process Improvement Initiative</a:t>
            </a:r>
            <a:endParaRPr b="1" sz="3000"/>
          </a:p>
        </p:txBody>
      </p:sp>
      <p:cxnSp>
        <p:nvCxnSpPr>
          <p:cNvPr id="714" name="Google Shape;714;p83"/>
          <p:cNvCxnSpPr/>
          <p:nvPr/>
        </p:nvCxnSpPr>
        <p:spPr>
          <a:xfrm>
            <a:off x="3964567" y="1029275"/>
            <a:ext cx="0" cy="3716100"/>
          </a:xfrm>
          <a:prstGeom prst="straightConnector1">
            <a:avLst/>
          </a:prstGeom>
          <a:noFill/>
          <a:ln cap="flat" cmpd="sng" w="9525">
            <a:solidFill>
              <a:schemeClr val="dk1"/>
            </a:solidFill>
            <a:prstDash val="solid"/>
            <a:round/>
            <a:headEnd len="med" w="med" type="none"/>
            <a:tailEnd len="med" w="med" type="none"/>
          </a:ln>
        </p:spPr>
      </p:cxnSp>
      <p:cxnSp>
        <p:nvCxnSpPr>
          <p:cNvPr id="715" name="Google Shape;715;p83"/>
          <p:cNvCxnSpPr/>
          <p:nvPr/>
        </p:nvCxnSpPr>
        <p:spPr>
          <a:xfrm rot="10800000">
            <a:off x="1121420" y="2732815"/>
            <a:ext cx="2511300" cy="0"/>
          </a:xfrm>
          <a:prstGeom prst="straightConnector1">
            <a:avLst/>
          </a:prstGeom>
          <a:noFill/>
          <a:ln cap="flat" cmpd="sng" w="9525">
            <a:solidFill>
              <a:schemeClr val="dk1"/>
            </a:solidFill>
            <a:prstDash val="solid"/>
            <a:round/>
            <a:headEnd len="med" w="med" type="none"/>
            <a:tailEnd len="med" w="med" type="none"/>
          </a:ln>
        </p:spPr>
      </p:cxnSp>
      <p:sp>
        <p:nvSpPr>
          <p:cNvPr id="716" name="Google Shape;716;p83"/>
          <p:cNvSpPr txBox="1"/>
          <p:nvPr>
            <p:ph idx="8" type="body"/>
          </p:nvPr>
        </p:nvSpPr>
        <p:spPr>
          <a:xfrm>
            <a:off x="933582" y="3127823"/>
            <a:ext cx="2886900" cy="5499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b="1" lang="en" sz="1300">
                <a:latin typeface="Archivo"/>
                <a:ea typeface="Archivo"/>
                <a:cs typeface="Archivo"/>
                <a:sym typeface="Archivo"/>
              </a:rPr>
              <a:t>Current</a:t>
            </a:r>
            <a:r>
              <a:rPr lang="en" sz="1300"/>
              <a:t>:</a:t>
            </a:r>
            <a:endParaRPr sz="1300"/>
          </a:p>
          <a:p>
            <a:pPr indent="0" lvl="0" marL="0" rtl="0" algn="ctr">
              <a:spcBef>
                <a:spcPts val="800"/>
              </a:spcBef>
              <a:spcAft>
                <a:spcPts val="800"/>
              </a:spcAft>
              <a:buNone/>
            </a:pPr>
            <a:r>
              <a:rPr lang="en" sz="1300"/>
              <a:t>50% retention rate</a:t>
            </a:r>
            <a:endParaRPr sz="1300"/>
          </a:p>
        </p:txBody>
      </p:sp>
      <p:sp>
        <p:nvSpPr>
          <p:cNvPr id="717" name="Google Shape;717;p83"/>
          <p:cNvSpPr txBox="1"/>
          <p:nvPr>
            <p:ph idx="8" type="body"/>
          </p:nvPr>
        </p:nvSpPr>
        <p:spPr>
          <a:xfrm>
            <a:off x="887625" y="3981524"/>
            <a:ext cx="2886900" cy="5499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b="1" lang="en" sz="1300">
                <a:latin typeface="Archivo"/>
                <a:ea typeface="Archivo"/>
                <a:cs typeface="Archivo"/>
                <a:sym typeface="Archivo"/>
              </a:rPr>
              <a:t>Target:</a:t>
            </a:r>
            <a:endParaRPr b="1" sz="1300">
              <a:latin typeface="Archivo"/>
              <a:ea typeface="Archivo"/>
              <a:cs typeface="Archivo"/>
              <a:sym typeface="Archivo"/>
            </a:endParaRPr>
          </a:p>
          <a:p>
            <a:pPr indent="0" lvl="0" marL="0" rtl="0" algn="ctr">
              <a:spcBef>
                <a:spcPts val="800"/>
              </a:spcBef>
              <a:spcAft>
                <a:spcPts val="800"/>
              </a:spcAft>
              <a:buNone/>
            </a:pPr>
            <a:r>
              <a:rPr lang="en" sz="1300"/>
              <a:t>65% within 6 months</a:t>
            </a:r>
            <a:endParaRPr sz="1300"/>
          </a:p>
        </p:txBody>
      </p:sp>
      <p:sp>
        <p:nvSpPr>
          <p:cNvPr id="718" name="Google Shape;718;p83"/>
          <p:cNvSpPr txBox="1"/>
          <p:nvPr>
            <p:ph type="title"/>
          </p:nvPr>
        </p:nvSpPr>
        <p:spPr>
          <a:xfrm>
            <a:off x="4210548" y="903450"/>
            <a:ext cx="3489300" cy="612900"/>
          </a:xfrm>
          <a:prstGeom prst="rect">
            <a:avLst/>
          </a:prstGeom>
        </p:spPr>
        <p:txBody>
          <a:bodyPr anchorCtr="0" anchor="t" bIns="137150" lIns="0" spcFirstLastPara="1" rIns="0" wrap="square" tIns="137150">
            <a:noAutofit/>
          </a:bodyPr>
          <a:lstStyle/>
          <a:p>
            <a:pPr indent="0" lvl="0" marL="0" rtl="0" algn="l">
              <a:spcBef>
                <a:spcPts val="0"/>
              </a:spcBef>
              <a:spcAft>
                <a:spcPts val="0"/>
              </a:spcAft>
              <a:buNone/>
            </a:pPr>
            <a:r>
              <a:rPr lang="en" sz="2311"/>
              <a:t>Improvement Initiative</a:t>
            </a:r>
            <a:endParaRPr sz="3200"/>
          </a:p>
        </p:txBody>
      </p:sp>
      <p:cxnSp>
        <p:nvCxnSpPr>
          <p:cNvPr id="719" name="Google Shape;719;p83"/>
          <p:cNvCxnSpPr/>
          <p:nvPr/>
        </p:nvCxnSpPr>
        <p:spPr>
          <a:xfrm rot="10800000">
            <a:off x="1121420" y="1562931"/>
            <a:ext cx="2511300" cy="0"/>
          </a:xfrm>
          <a:prstGeom prst="straightConnector1">
            <a:avLst/>
          </a:prstGeom>
          <a:noFill/>
          <a:ln cap="flat" cmpd="sng" w="9525">
            <a:solidFill>
              <a:schemeClr val="dk1"/>
            </a:solidFill>
            <a:prstDash val="solid"/>
            <a:round/>
            <a:headEnd len="med" w="med" type="none"/>
            <a:tailEnd len="med" w="med" type="none"/>
          </a:ln>
        </p:spPr>
      </p:cxnSp>
      <p:cxnSp>
        <p:nvCxnSpPr>
          <p:cNvPr id="720" name="Google Shape;720;p83"/>
          <p:cNvCxnSpPr/>
          <p:nvPr/>
        </p:nvCxnSpPr>
        <p:spPr>
          <a:xfrm flipH="1">
            <a:off x="4210498" y="1468075"/>
            <a:ext cx="3489300" cy="26400"/>
          </a:xfrm>
          <a:prstGeom prst="straightConnector1">
            <a:avLst/>
          </a:prstGeom>
          <a:noFill/>
          <a:ln cap="flat" cmpd="sng" w="9525">
            <a:solidFill>
              <a:schemeClr val="dk1"/>
            </a:solidFill>
            <a:prstDash val="solid"/>
            <a:round/>
            <a:headEnd len="med" w="med" type="none"/>
            <a:tailEnd len="med" w="med" type="none"/>
          </a:ln>
        </p:spPr>
      </p:cxnSp>
      <p:sp>
        <p:nvSpPr>
          <p:cNvPr id="721" name="Google Shape;721;p83"/>
          <p:cNvSpPr txBox="1"/>
          <p:nvPr>
            <p:ph idx="3" type="subTitle"/>
          </p:nvPr>
        </p:nvSpPr>
        <p:spPr>
          <a:xfrm>
            <a:off x="4316577" y="1648575"/>
            <a:ext cx="5175600" cy="192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800"/>
              <a:t>Expand Menu Variety</a:t>
            </a:r>
            <a:endParaRPr sz="1800"/>
          </a:p>
        </p:txBody>
      </p:sp>
      <p:sp>
        <p:nvSpPr>
          <p:cNvPr id="722" name="Google Shape;722;p83"/>
          <p:cNvSpPr txBox="1"/>
          <p:nvPr>
            <p:ph idx="2" type="body"/>
          </p:nvPr>
        </p:nvSpPr>
        <p:spPr>
          <a:xfrm>
            <a:off x="4316587" y="1988388"/>
            <a:ext cx="4221300" cy="483000"/>
          </a:xfrm>
          <a:prstGeom prst="rect">
            <a:avLst/>
          </a:prstGeom>
        </p:spPr>
        <p:txBody>
          <a:bodyPr anchorCtr="0" anchor="t" bIns="0" lIns="0" spcFirstLastPara="1" rIns="0" wrap="square" tIns="45700">
            <a:noAutofit/>
          </a:bodyPr>
          <a:lstStyle/>
          <a:p>
            <a:pPr indent="0" lvl="0" marL="0" rtl="0" algn="l">
              <a:spcBef>
                <a:spcPts val="0"/>
              </a:spcBef>
              <a:spcAft>
                <a:spcPts val="800"/>
              </a:spcAft>
              <a:buNone/>
            </a:pPr>
            <a:r>
              <a:rPr lang="en"/>
              <a:t>Offer weekly and bi-weekly subscription packages allowing students to customize frequency and meal types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 name="Shape 726"/>
        <p:cNvGrpSpPr/>
        <p:nvPr/>
      </p:nvGrpSpPr>
      <p:grpSpPr>
        <a:xfrm>
          <a:off x="0" y="0"/>
          <a:ext cx="0" cy="0"/>
          <a:chOff x="0" y="0"/>
          <a:chExt cx="0" cy="0"/>
        </a:xfrm>
      </p:grpSpPr>
      <p:sp>
        <p:nvSpPr>
          <p:cNvPr id="727" name="Google Shape;727;p84"/>
          <p:cNvSpPr/>
          <p:nvPr/>
        </p:nvSpPr>
        <p:spPr>
          <a:xfrm>
            <a:off x="3539900" y="1066100"/>
            <a:ext cx="2550300" cy="1806600"/>
          </a:xfrm>
          <a:prstGeom prst="roundRect">
            <a:avLst>
              <a:gd fmla="val 7021"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chivo"/>
              <a:ea typeface="Archivo"/>
              <a:cs typeface="Archivo"/>
              <a:sym typeface="Archivo"/>
            </a:endParaRPr>
          </a:p>
        </p:txBody>
      </p:sp>
      <p:sp>
        <p:nvSpPr>
          <p:cNvPr id="728" name="Google Shape;728;p84"/>
          <p:cNvSpPr/>
          <p:nvPr/>
        </p:nvSpPr>
        <p:spPr>
          <a:xfrm>
            <a:off x="3587025" y="3001550"/>
            <a:ext cx="2503200" cy="1778400"/>
          </a:xfrm>
          <a:prstGeom prst="roundRect">
            <a:avLst>
              <a:gd fmla="val 7021"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chivo"/>
              <a:ea typeface="Archivo"/>
              <a:cs typeface="Archivo"/>
              <a:sym typeface="Archivo"/>
            </a:endParaRPr>
          </a:p>
        </p:txBody>
      </p:sp>
      <p:sp>
        <p:nvSpPr>
          <p:cNvPr id="729" name="Google Shape;729;p84"/>
          <p:cNvSpPr/>
          <p:nvPr/>
        </p:nvSpPr>
        <p:spPr>
          <a:xfrm>
            <a:off x="6226375" y="1066100"/>
            <a:ext cx="2550300" cy="1806600"/>
          </a:xfrm>
          <a:prstGeom prst="roundRect">
            <a:avLst>
              <a:gd fmla="val 7021"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chivo"/>
              <a:ea typeface="Archivo"/>
              <a:cs typeface="Archivo"/>
              <a:sym typeface="Archivo"/>
            </a:endParaRPr>
          </a:p>
        </p:txBody>
      </p:sp>
      <p:sp>
        <p:nvSpPr>
          <p:cNvPr id="730" name="Google Shape;730;p84"/>
          <p:cNvSpPr/>
          <p:nvPr/>
        </p:nvSpPr>
        <p:spPr>
          <a:xfrm>
            <a:off x="6226300" y="3001550"/>
            <a:ext cx="2503200" cy="1778400"/>
          </a:xfrm>
          <a:prstGeom prst="roundRect">
            <a:avLst>
              <a:gd fmla="val 7021"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chivo"/>
              <a:ea typeface="Archivo"/>
              <a:cs typeface="Archivo"/>
              <a:sym typeface="Archivo"/>
            </a:endParaRPr>
          </a:p>
        </p:txBody>
      </p:sp>
      <p:sp>
        <p:nvSpPr>
          <p:cNvPr id="731" name="Google Shape;731;p84"/>
          <p:cNvSpPr txBox="1"/>
          <p:nvPr>
            <p:ph type="title"/>
          </p:nvPr>
        </p:nvSpPr>
        <p:spPr>
          <a:xfrm>
            <a:off x="409200" y="1426500"/>
            <a:ext cx="2868600" cy="2290500"/>
          </a:xfrm>
          <a:prstGeom prst="rect">
            <a:avLst/>
          </a:prstGeom>
        </p:spPr>
        <p:txBody>
          <a:bodyPr anchorCtr="0" anchor="t" bIns="137150" lIns="0" spcFirstLastPara="1" rIns="0" wrap="square" tIns="137150">
            <a:normAutofit fontScale="90000"/>
          </a:bodyPr>
          <a:lstStyle/>
          <a:p>
            <a:pPr indent="0" lvl="0" marL="0" rtl="0" algn="l">
              <a:spcBef>
                <a:spcPts val="0"/>
              </a:spcBef>
              <a:spcAft>
                <a:spcPts val="0"/>
              </a:spcAft>
              <a:buNone/>
            </a:pPr>
            <a:r>
              <a:rPr lang="en" sz="2000">
                <a:latin typeface="Archivo"/>
                <a:ea typeface="Archivo"/>
                <a:cs typeface="Archivo"/>
                <a:sym typeface="Archivo"/>
              </a:rPr>
              <a:t>We decided not to sell as while the offer would provide financial gains, our responsibility to employees, partners, and our mission outweighs short-term personal wealth.</a:t>
            </a:r>
            <a:endParaRPr sz="2000">
              <a:latin typeface="Archivo"/>
              <a:ea typeface="Archivo"/>
              <a:cs typeface="Archivo"/>
              <a:sym typeface="Archivo"/>
            </a:endParaRPr>
          </a:p>
        </p:txBody>
      </p:sp>
      <p:sp>
        <p:nvSpPr>
          <p:cNvPr id="732" name="Google Shape;732;p84"/>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33" name="Google Shape;733;p84"/>
          <p:cNvSpPr txBox="1"/>
          <p:nvPr>
            <p:ph idx="15" type="subTitle"/>
          </p:nvPr>
        </p:nvSpPr>
        <p:spPr>
          <a:xfrm>
            <a:off x="361975" y="426718"/>
            <a:ext cx="8367600" cy="461700"/>
          </a:xfrm>
          <a:prstGeom prst="rect">
            <a:avLst/>
          </a:prstGeom>
        </p:spPr>
        <p:txBody>
          <a:bodyPr anchorCtr="0" anchor="b" bIns="0" lIns="0" spcFirstLastPara="1" rIns="0" wrap="square" tIns="0">
            <a:spAutoFit/>
          </a:bodyPr>
          <a:lstStyle/>
          <a:p>
            <a:pPr indent="0" lvl="0" marL="0" rtl="0" algn="l">
              <a:spcBef>
                <a:spcPts val="0"/>
              </a:spcBef>
              <a:spcAft>
                <a:spcPts val="0"/>
              </a:spcAft>
              <a:buNone/>
            </a:pPr>
            <a:r>
              <a:rPr b="1" lang="en" sz="3000"/>
              <a:t>Decision on Selling the Business</a:t>
            </a:r>
            <a:endParaRPr b="1" sz="3000"/>
          </a:p>
        </p:txBody>
      </p:sp>
      <p:sp>
        <p:nvSpPr>
          <p:cNvPr id="734" name="Google Shape;734;p84"/>
          <p:cNvSpPr txBox="1"/>
          <p:nvPr>
            <p:ph idx="3" type="body"/>
          </p:nvPr>
        </p:nvSpPr>
        <p:spPr>
          <a:xfrm>
            <a:off x="3915225" y="1616225"/>
            <a:ext cx="1846800" cy="1025100"/>
          </a:xfrm>
          <a:prstGeom prst="rect">
            <a:avLst/>
          </a:prstGeom>
        </p:spPr>
        <p:txBody>
          <a:bodyPr anchorCtr="0" anchor="t" bIns="91425" lIns="91425" spcFirstLastPara="1" rIns="91425" wrap="square" tIns="0">
            <a:noAutofit/>
          </a:bodyPr>
          <a:lstStyle/>
          <a:p>
            <a:pPr indent="0" lvl="0" marL="0" marR="0" rtl="0" algn="l">
              <a:lnSpc>
                <a:spcPct val="100000"/>
              </a:lnSpc>
              <a:spcBef>
                <a:spcPts val="0"/>
              </a:spcBef>
              <a:spcAft>
                <a:spcPts val="0"/>
              </a:spcAft>
              <a:buNone/>
            </a:pPr>
            <a:r>
              <a:rPr lang="en"/>
              <a:t>Sale would eliminate jobs for current HQ employees with no guaranteed retention by buyers who lack experience in this business</a:t>
            </a:r>
            <a:endParaRPr/>
          </a:p>
        </p:txBody>
      </p:sp>
      <p:sp>
        <p:nvSpPr>
          <p:cNvPr id="735" name="Google Shape;735;p84"/>
          <p:cNvSpPr txBox="1"/>
          <p:nvPr>
            <p:ph idx="2" type="subTitle"/>
          </p:nvPr>
        </p:nvSpPr>
        <p:spPr>
          <a:xfrm>
            <a:off x="4015728" y="1269797"/>
            <a:ext cx="1645800" cy="271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1200"/>
              <a:t>Stakeholder Impact</a:t>
            </a:r>
            <a:endParaRPr sz="1200"/>
          </a:p>
          <a:p>
            <a:pPr indent="0" lvl="0" marL="0" rtl="0" algn="l">
              <a:spcBef>
                <a:spcPts val="0"/>
              </a:spcBef>
              <a:spcAft>
                <a:spcPts val="0"/>
              </a:spcAft>
              <a:buNone/>
            </a:pPr>
            <a:r>
              <a:t/>
            </a:r>
            <a:endParaRPr/>
          </a:p>
        </p:txBody>
      </p:sp>
      <p:sp>
        <p:nvSpPr>
          <p:cNvPr id="736" name="Google Shape;736;p84"/>
          <p:cNvSpPr txBox="1"/>
          <p:nvPr>
            <p:ph idx="4" type="subTitle"/>
          </p:nvPr>
        </p:nvSpPr>
        <p:spPr>
          <a:xfrm>
            <a:off x="3992153" y="3188950"/>
            <a:ext cx="1645800" cy="271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1200"/>
              <a:t>Mission Alignment</a:t>
            </a:r>
            <a:endParaRPr sz="1200"/>
          </a:p>
        </p:txBody>
      </p:sp>
      <p:sp>
        <p:nvSpPr>
          <p:cNvPr id="737" name="Google Shape;737;p84"/>
          <p:cNvSpPr txBox="1"/>
          <p:nvPr>
            <p:ph idx="5" type="body"/>
          </p:nvPr>
        </p:nvSpPr>
        <p:spPr>
          <a:xfrm>
            <a:off x="3915225" y="3526250"/>
            <a:ext cx="1846800" cy="1025100"/>
          </a:xfrm>
          <a:prstGeom prst="rect">
            <a:avLst/>
          </a:prstGeom>
        </p:spPr>
        <p:txBody>
          <a:bodyPr anchorCtr="0" anchor="t" bIns="0" lIns="0" spcFirstLastPara="1" rIns="0" wrap="square" tIns="0">
            <a:noAutofit/>
          </a:bodyPr>
          <a:lstStyle/>
          <a:p>
            <a:pPr indent="0" lvl="0" marL="0" rtl="0" algn="l">
              <a:spcBef>
                <a:spcPts val="0"/>
              </a:spcBef>
              <a:spcAft>
                <a:spcPts val="800"/>
              </a:spcAft>
              <a:buNone/>
            </a:pPr>
            <a:r>
              <a:rPr lang="en"/>
              <a:t>PrepU was built to serve students. New ownership moving HQ abroad and restructuring operations threatens that core mission</a:t>
            </a:r>
            <a:endParaRPr/>
          </a:p>
        </p:txBody>
      </p:sp>
      <p:sp>
        <p:nvSpPr>
          <p:cNvPr id="738" name="Google Shape;738;p84"/>
          <p:cNvSpPr txBox="1"/>
          <p:nvPr>
            <p:ph idx="6" type="subTitle"/>
          </p:nvPr>
        </p:nvSpPr>
        <p:spPr>
          <a:xfrm>
            <a:off x="6655000" y="1264073"/>
            <a:ext cx="1645800" cy="307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1200"/>
              <a:t>Buyer Inexperience</a:t>
            </a:r>
            <a:endParaRPr sz="1200"/>
          </a:p>
        </p:txBody>
      </p:sp>
      <p:sp>
        <p:nvSpPr>
          <p:cNvPr id="739" name="Google Shape;739;p84"/>
          <p:cNvSpPr txBox="1"/>
          <p:nvPr>
            <p:ph idx="7" type="body"/>
          </p:nvPr>
        </p:nvSpPr>
        <p:spPr>
          <a:xfrm>
            <a:off x="6578125" y="1616225"/>
            <a:ext cx="1846800" cy="1025100"/>
          </a:xfrm>
          <a:prstGeom prst="rect">
            <a:avLst/>
          </a:prstGeom>
        </p:spPr>
        <p:txBody>
          <a:bodyPr anchorCtr="0" anchor="t" bIns="91425" lIns="91425" spcFirstLastPara="1" rIns="91425" wrap="square" tIns="0">
            <a:noAutofit/>
          </a:bodyPr>
          <a:lstStyle/>
          <a:p>
            <a:pPr indent="0" lvl="0" marL="0" marR="0" rtl="0" algn="l">
              <a:lnSpc>
                <a:spcPct val="100000"/>
              </a:lnSpc>
              <a:spcBef>
                <a:spcPts val="0"/>
              </a:spcBef>
              <a:spcAft>
                <a:spcPts val="0"/>
              </a:spcAft>
              <a:buNone/>
            </a:pPr>
            <a:r>
              <a:rPr lang="en"/>
              <a:t>The buyers inherited their wealth and have no experience managing this type of business, long-term success is very doubtful</a:t>
            </a:r>
            <a:endParaRPr/>
          </a:p>
        </p:txBody>
      </p:sp>
      <p:sp>
        <p:nvSpPr>
          <p:cNvPr id="740" name="Google Shape;740;p84"/>
          <p:cNvSpPr txBox="1"/>
          <p:nvPr>
            <p:ph idx="8" type="subTitle"/>
          </p:nvPr>
        </p:nvSpPr>
        <p:spPr>
          <a:xfrm>
            <a:off x="6554500" y="3188953"/>
            <a:ext cx="1645800" cy="271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1200"/>
              <a:t>Responsible Growth</a:t>
            </a:r>
            <a:endParaRPr sz="1200"/>
          </a:p>
        </p:txBody>
      </p:sp>
      <p:sp>
        <p:nvSpPr>
          <p:cNvPr id="741" name="Google Shape;741;p84"/>
          <p:cNvSpPr txBox="1"/>
          <p:nvPr>
            <p:ph idx="9" type="body"/>
          </p:nvPr>
        </p:nvSpPr>
        <p:spPr>
          <a:xfrm>
            <a:off x="6554500" y="3487075"/>
            <a:ext cx="1846800" cy="1025100"/>
          </a:xfrm>
          <a:prstGeom prst="rect">
            <a:avLst/>
          </a:prstGeom>
        </p:spPr>
        <p:txBody>
          <a:bodyPr anchorCtr="0" anchor="t" bIns="0" lIns="0" spcFirstLastPara="1" rIns="0" wrap="square" tIns="0">
            <a:noAutofit/>
          </a:bodyPr>
          <a:lstStyle/>
          <a:p>
            <a:pPr indent="0" lvl="0" marL="0" rtl="0" algn="l">
              <a:spcBef>
                <a:spcPts val="0"/>
              </a:spcBef>
              <a:spcAft>
                <a:spcPts val="800"/>
              </a:spcAft>
              <a:buNone/>
            </a:pPr>
            <a:r>
              <a:rPr lang="en"/>
              <a:t>Our leadership team can continue building the business responsibly while protecting employees, partners, and CSR initiatives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45" name="Shape 745"/>
        <p:cNvGrpSpPr/>
        <p:nvPr/>
      </p:nvGrpSpPr>
      <p:grpSpPr>
        <a:xfrm>
          <a:off x="0" y="0"/>
          <a:ext cx="0" cy="0"/>
          <a:chOff x="0" y="0"/>
          <a:chExt cx="0" cy="0"/>
        </a:xfrm>
      </p:grpSpPr>
      <p:sp>
        <p:nvSpPr>
          <p:cNvPr id="746" name="Google Shape;746;p85"/>
          <p:cNvSpPr/>
          <p:nvPr/>
        </p:nvSpPr>
        <p:spPr>
          <a:xfrm>
            <a:off x="233850" y="984063"/>
            <a:ext cx="2629200" cy="1792500"/>
          </a:xfrm>
          <a:prstGeom prst="roundRect">
            <a:avLst>
              <a:gd fmla="val 6198"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chivo"/>
              <a:ea typeface="Archivo"/>
              <a:cs typeface="Archivo"/>
              <a:sym typeface="Archivo"/>
            </a:endParaRPr>
          </a:p>
        </p:txBody>
      </p:sp>
      <p:sp>
        <p:nvSpPr>
          <p:cNvPr id="747" name="Google Shape;747;p85"/>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48" name="Google Shape;748;p85"/>
          <p:cNvSpPr txBox="1"/>
          <p:nvPr>
            <p:ph idx="2" type="subTitle"/>
          </p:nvPr>
        </p:nvSpPr>
        <p:spPr>
          <a:xfrm>
            <a:off x="761026" y="1117012"/>
            <a:ext cx="1508100" cy="307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1200"/>
              <a:t>Clear Mission &amp; Values</a:t>
            </a:r>
            <a:endParaRPr sz="1200"/>
          </a:p>
        </p:txBody>
      </p:sp>
      <p:sp>
        <p:nvSpPr>
          <p:cNvPr id="749" name="Google Shape;749;p85"/>
          <p:cNvSpPr txBox="1"/>
          <p:nvPr>
            <p:ph idx="3" type="body"/>
          </p:nvPr>
        </p:nvSpPr>
        <p:spPr>
          <a:xfrm>
            <a:off x="427725" y="1487838"/>
            <a:ext cx="2174700" cy="1180200"/>
          </a:xfrm>
          <a:prstGeom prst="rect">
            <a:avLst/>
          </a:prstGeom>
        </p:spPr>
        <p:txBody>
          <a:bodyPr anchorCtr="0" anchor="t" bIns="137150" lIns="0" spcFirstLastPara="1" rIns="0" wrap="square" tIns="137150">
            <a:noAutofit/>
          </a:bodyPr>
          <a:lstStyle/>
          <a:p>
            <a:pPr indent="0" lvl="0" marL="0" rtl="0" algn="l">
              <a:spcBef>
                <a:spcPts val="0"/>
              </a:spcBef>
              <a:spcAft>
                <a:spcPts val="0"/>
              </a:spcAft>
              <a:buNone/>
            </a:pPr>
            <a:r>
              <a:rPr lang="en"/>
              <a:t>From Day 1, PrepU's purpose was student-centered. Every decision (pricing, CSR, expansion) reflects our mission.</a:t>
            </a:r>
            <a:endParaRPr/>
          </a:p>
          <a:p>
            <a:pPr indent="0" lvl="0" marL="0" rtl="0" algn="l">
              <a:spcBef>
                <a:spcPts val="800"/>
              </a:spcBef>
              <a:spcAft>
                <a:spcPts val="800"/>
              </a:spcAft>
              <a:buNone/>
            </a:pPr>
            <a:r>
              <a:t/>
            </a:r>
            <a:endParaRPr/>
          </a:p>
        </p:txBody>
      </p:sp>
      <p:sp>
        <p:nvSpPr>
          <p:cNvPr id="750" name="Google Shape;750;p85"/>
          <p:cNvSpPr txBox="1"/>
          <p:nvPr>
            <p:ph idx="15" type="subTitle"/>
          </p:nvPr>
        </p:nvSpPr>
        <p:spPr>
          <a:xfrm>
            <a:off x="361975" y="311542"/>
            <a:ext cx="8367600" cy="461700"/>
          </a:xfrm>
          <a:prstGeom prst="rect">
            <a:avLst/>
          </a:prstGeom>
        </p:spPr>
        <p:txBody>
          <a:bodyPr anchorCtr="0" anchor="b" bIns="0" lIns="0" spcFirstLastPara="1" rIns="0" wrap="square" tIns="0">
            <a:spAutoFit/>
          </a:bodyPr>
          <a:lstStyle/>
          <a:p>
            <a:pPr indent="0" lvl="0" marL="0" rtl="0" algn="l">
              <a:spcBef>
                <a:spcPts val="0"/>
              </a:spcBef>
              <a:spcAft>
                <a:spcPts val="0"/>
              </a:spcAft>
              <a:buNone/>
            </a:pPr>
            <a:r>
              <a:rPr b="1" lang="en" sz="3000"/>
              <a:t>Why PrepU Has Been Successful</a:t>
            </a:r>
            <a:endParaRPr b="1" sz="3000"/>
          </a:p>
        </p:txBody>
      </p:sp>
      <p:sp>
        <p:nvSpPr>
          <p:cNvPr id="751" name="Google Shape;751;p85"/>
          <p:cNvSpPr/>
          <p:nvPr/>
        </p:nvSpPr>
        <p:spPr>
          <a:xfrm>
            <a:off x="6228500" y="984050"/>
            <a:ext cx="2629200" cy="1792500"/>
          </a:xfrm>
          <a:prstGeom prst="roundRect">
            <a:avLst>
              <a:gd fmla="val 6198"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chivo"/>
              <a:ea typeface="Archivo"/>
              <a:cs typeface="Archivo"/>
              <a:sym typeface="Archivo"/>
            </a:endParaRPr>
          </a:p>
        </p:txBody>
      </p:sp>
      <p:sp>
        <p:nvSpPr>
          <p:cNvPr id="752" name="Google Shape;752;p85"/>
          <p:cNvSpPr/>
          <p:nvPr/>
        </p:nvSpPr>
        <p:spPr>
          <a:xfrm>
            <a:off x="3231175" y="984138"/>
            <a:ext cx="2629200" cy="1792500"/>
          </a:xfrm>
          <a:prstGeom prst="roundRect">
            <a:avLst>
              <a:gd fmla="val 6198"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chivo"/>
              <a:ea typeface="Archivo"/>
              <a:cs typeface="Archivo"/>
              <a:sym typeface="Archivo"/>
            </a:endParaRPr>
          </a:p>
        </p:txBody>
      </p:sp>
      <p:sp>
        <p:nvSpPr>
          <p:cNvPr id="753" name="Google Shape;753;p85"/>
          <p:cNvSpPr/>
          <p:nvPr/>
        </p:nvSpPr>
        <p:spPr>
          <a:xfrm>
            <a:off x="233850" y="2987450"/>
            <a:ext cx="2629200" cy="1792500"/>
          </a:xfrm>
          <a:prstGeom prst="roundRect">
            <a:avLst>
              <a:gd fmla="val 6198"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chivo"/>
              <a:ea typeface="Archivo"/>
              <a:cs typeface="Archivo"/>
              <a:sym typeface="Archivo"/>
            </a:endParaRPr>
          </a:p>
        </p:txBody>
      </p:sp>
      <p:sp>
        <p:nvSpPr>
          <p:cNvPr id="754" name="Google Shape;754;p85"/>
          <p:cNvSpPr/>
          <p:nvPr/>
        </p:nvSpPr>
        <p:spPr>
          <a:xfrm>
            <a:off x="3257388" y="2987450"/>
            <a:ext cx="2629200" cy="1792500"/>
          </a:xfrm>
          <a:prstGeom prst="roundRect">
            <a:avLst>
              <a:gd fmla="val 6198"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chivo"/>
              <a:ea typeface="Archivo"/>
              <a:cs typeface="Archivo"/>
              <a:sym typeface="Archivo"/>
            </a:endParaRPr>
          </a:p>
        </p:txBody>
      </p:sp>
      <p:sp>
        <p:nvSpPr>
          <p:cNvPr id="755" name="Google Shape;755;p85"/>
          <p:cNvSpPr/>
          <p:nvPr/>
        </p:nvSpPr>
        <p:spPr>
          <a:xfrm>
            <a:off x="6280938" y="2987450"/>
            <a:ext cx="2629200" cy="1792500"/>
          </a:xfrm>
          <a:prstGeom prst="roundRect">
            <a:avLst>
              <a:gd fmla="val 6198"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chivo"/>
              <a:ea typeface="Archivo"/>
              <a:cs typeface="Archivo"/>
              <a:sym typeface="Archivo"/>
            </a:endParaRPr>
          </a:p>
        </p:txBody>
      </p:sp>
      <p:sp>
        <p:nvSpPr>
          <p:cNvPr id="756" name="Google Shape;756;p85"/>
          <p:cNvSpPr txBox="1"/>
          <p:nvPr>
            <p:ph idx="2" type="subTitle"/>
          </p:nvPr>
        </p:nvSpPr>
        <p:spPr>
          <a:xfrm>
            <a:off x="3685525" y="1117012"/>
            <a:ext cx="1720500" cy="2340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1200"/>
              <a:t>Smart, Responsible Growth</a:t>
            </a:r>
            <a:endParaRPr sz="1200"/>
          </a:p>
        </p:txBody>
      </p:sp>
      <p:sp>
        <p:nvSpPr>
          <p:cNvPr id="757" name="Google Shape;757;p85"/>
          <p:cNvSpPr txBox="1"/>
          <p:nvPr>
            <p:ph idx="2" type="subTitle"/>
          </p:nvPr>
        </p:nvSpPr>
        <p:spPr>
          <a:xfrm>
            <a:off x="6682850" y="1117012"/>
            <a:ext cx="1720500" cy="2340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1200"/>
              <a:t>Customer-Driven Innovation</a:t>
            </a:r>
            <a:endParaRPr sz="1200"/>
          </a:p>
          <a:p>
            <a:pPr indent="0" lvl="0" marL="0" rtl="0" algn="ctr">
              <a:spcBef>
                <a:spcPts val="0"/>
              </a:spcBef>
              <a:spcAft>
                <a:spcPts val="0"/>
              </a:spcAft>
              <a:buNone/>
            </a:pPr>
            <a:r>
              <a:t/>
            </a:r>
            <a:endParaRPr/>
          </a:p>
        </p:txBody>
      </p:sp>
      <p:sp>
        <p:nvSpPr>
          <p:cNvPr id="758" name="Google Shape;758;p85"/>
          <p:cNvSpPr txBox="1"/>
          <p:nvPr>
            <p:ph idx="2" type="subTitle"/>
          </p:nvPr>
        </p:nvSpPr>
        <p:spPr>
          <a:xfrm>
            <a:off x="6735300" y="3126900"/>
            <a:ext cx="1720500" cy="2340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1200"/>
              <a:t>Ethical Leadership</a:t>
            </a:r>
            <a:endParaRPr sz="1200"/>
          </a:p>
        </p:txBody>
      </p:sp>
      <p:sp>
        <p:nvSpPr>
          <p:cNvPr id="759" name="Google Shape;759;p85"/>
          <p:cNvSpPr txBox="1"/>
          <p:nvPr>
            <p:ph idx="2" type="subTitle"/>
          </p:nvPr>
        </p:nvSpPr>
        <p:spPr>
          <a:xfrm>
            <a:off x="3711750" y="3126900"/>
            <a:ext cx="1720500" cy="2340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1200"/>
              <a:t>Performance Management</a:t>
            </a:r>
            <a:endParaRPr sz="1200"/>
          </a:p>
        </p:txBody>
      </p:sp>
      <p:sp>
        <p:nvSpPr>
          <p:cNvPr id="760" name="Google Shape;760;p85"/>
          <p:cNvSpPr txBox="1"/>
          <p:nvPr>
            <p:ph idx="2" type="subTitle"/>
          </p:nvPr>
        </p:nvSpPr>
        <p:spPr>
          <a:xfrm>
            <a:off x="654825" y="3126900"/>
            <a:ext cx="1720500" cy="2340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1200"/>
              <a:t>Strong People Culture</a:t>
            </a:r>
            <a:endParaRPr sz="1200"/>
          </a:p>
        </p:txBody>
      </p:sp>
      <p:sp>
        <p:nvSpPr>
          <p:cNvPr id="761" name="Google Shape;761;p85"/>
          <p:cNvSpPr txBox="1"/>
          <p:nvPr>
            <p:ph idx="3" type="body"/>
          </p:nvPr>
        </p:nvSpPr>
        <p:spPr>
          <a:xfrm>
            <a:off x="3458425" y="1487841"/>
            <a:ext cx="2174700" cy="1180200"/>
          </a:xfrm>
          <a:prstGeom prst="rect">
            <a:avLst/>
          </a:prstGeom>
        </p:spPr>
        <p:txBody>
          <a:bodyPr anchorCtr="0" anchor="t" bIns="137150" lIns="0" spcFirstLastPara="1" rIns="0" wrap="square" tIns="137150">
            <a:noAutofit/>
          </a:bodyPr>
          <a:lstStyle/>
          <a:p>
            <a:pPr indent="0" lvl="0" marL="0" rtl="0" algn="l">
              <a:spcBef>
                <a:spcPts val="0"/>
              </a:spcBef>
              <a:spcAft>
                <a:spcPts val="0"/>
              </a:spcAft>
              <a:buNone/>
            </a:pPr>
            <a:r>
              <a:rPr lang="en"/>
              <a:t>Franchised nationally, entered Canada via joint venture. Expanded in a controlled way that preserved quality and brand.</a:t>
            </a:r>
            <a:endParaRPr/>
          </a:p>
          <a:p>
            <a:pPr indent="0" lvl="0" marL="0" rtl="0" algn="l">
              <a:spcBef>
                <a:spcPts val="800"/>
              </a:spcBef>
              <a:spcAft>
                <a:spcPts val="0"/>
              </a:spcAft>
              <a:buNone/>
            </a:pPr>
            <a:r>
              <a:t/>
            </a:r>
            <a:endParaRPr/>
          </a:p>
          <a:p>
            <a:pPr indent="0" lvl="0" marL="0" rtl="0" algn="l">
              <a:spcBef>
                <a:spcPts val="800"/>
              </a:spcBef>
              <a:spcAft>
                <a:spcPts val="800"/>
              </a:spcAft>
              <a:buNone/>
            </a:pPr>
            <a:r>
              <a:t/>
            </a:r>
            <a:endParaRPr/>
          </a:p>
        </p:txBody>
      </p:sp>
      <p:sp>
        <p:nvSpPr>
          <p:cNvPr id="762" name="Google Shape;762;p85"/>
          <p:cNvSpPr txBox="1"/>
          <p:nvPr>
            <p:ph idx="3" type="body"/>
          </p:nvPr>
        </p:nvSpPr>
        <p:spPr>
          <a:xfrm>
            <a:off x="6410525" y="1468416"/>
            <a:ext cx="2174700" cy="1180200"/>
          </a:xfrm>
          <a:prstGeom prst="rect">
            <a:avLst/>
          </a:prstGeom>
        </p:spPr>
        <p:txBody>
          <a:bodyPr anchorCtr="0" anchor="t" bIns="137150" lIns="0" spcFirstLastPara="1" rIns="0" wrap="square" tIns="137150">
            <a:noAutofit/>
          </a:bodyPr>
          <a:lstStyle/>
          <a:p>
            <a:pPr indent="0" lvl="0" marL="0" rtl="0" algn="l">
              <a:spcBef>
                <a:spcPts val="0"/>
              </a:spcBef>
              <a:spcAft>
                <a:spcPts val="0"/>
              </a:spcAft>
              <a:buNone/>
            </a:pPr>
            <a:r>
              <a:rPr lang="en"/>
              <a:t>Listened to students: added high protein meals, flexible subscriptions, and adapted menus based on real feedback.</a:t>
            </a:r>
            <a:endParaRPr/>
          </a:p>
          <a:p>
            <a:pPr indent="0" lvl="0" marL="0" rtl="0" algn="l">
              <a:spcBef>
                <a:spcPts val="800"/>
              </a:spcBef>
              <a:spcAft>
                <a:spcPts val="0"/>
              </a:spcAft>
              <a:buNone/>
            </a:pPr>
            <a:r>
              <a:t/>
            </a:r>
            <a:endParaRPr/>
          </a:p>
          <a:p>
            <a:pPr indent="0" lvl="0" marL="0" rtl="0" algn="l">
              <a:spcBef>
                <a:spcPts val="800"/>
              </a:spcBef>
              <a:spcAft>
                <a:spcPts val="800"/>
              </a:spcAft>
              <a:buNone/>
            </a:pPr>
            <a:r>
              <a:t/>
            </a:r>
            <a:endParaRPr/>
          </a:p>
        </p:txBody>
      </p:sp>
      <p:sp>
        <p:nvSpPr>
          <p:cNvPr id="763" name="Google Shape;763;p85"/>
          <p:cNvSpPr txBox="1"/>
          <p:nvPr>
            <p:ph idx="3" type="body"/>
          </p:nvPr>
        </p:nvSpPr>
        <p:spPr>
          <a:xfrm>
            <a:off x="3484650" y="3421453"/>
            <a:ext cx="2174700" cy="1180200"/>
          </a:xfrm>
          <a:prstGeom prst="rect">
            <a:avLst/>
          </a:prstGeom>
        </p:spPr>
        <p:txBody>
          <a:bodyPr anchorCtr="0" anchor="t" bIns="137150" lIns="0" spcFirstLastPara="1" rIns="0" wrap="square" tIns="137150">
            <a:noAutofit/>
          </a:bodyPr>
          <a:lstStyle/>
          <a:p>
            <a:pPr indent="0" lvl="0" marL="0" rtl="0" algn="l">
              <a:spcBef>
                <a:spcPts val="0"/>
              </a:spcBef>
              <a:spcAft>
                <a:spcPts val="0"/>
              </a:spcAft>
              <a:buNone/>
            </a:pPr>
            <a:r>
              <a:rPr lang="en"/>
              <a:t>Mapped key processes, measured what matters, and launched improvement initiatives, always pursuing better results.</a:t>
            </a:r>
            <a:endParaRPr/>
          </a:p>
          <a:p>
            <a:pPr indent="0" lvl="0" marL="0" rtl="0" algn="l">
              <a:spcBef>
                <a:spcPts val="800"/>
              </a:spcBef>
              <a:spcAft>
                <a:spcPts val="0"/>
              </a:spcAft>
              <a:buNone/>
            </a:pPr>
            <a:r>
              <a:t/>
            </a:r>
            <a:endParaRPr/>
          </a:p>
          <a:p>
            <a:pPr indent="0" lvl="0" marL="0" rtl="0" algn="l">
              <a:spcBef>
                <a:spcPts val="800"/>
              </a:spcBef>
              <a:spcAft>
                <a:spcPts val="0"/>
              </a:spcAft>
              <a:buNone/>
            </a:pPr>
            <a:r>
              <a:t/>
            </a:r>
            <a:endParaRPr/>
          </a:p>
          <a:p>
            <a:pPr indent="0" lvl="0" marL="0" rtl="0" algn="l">
              <a:spcBef>
                <a:spcPts val="800"/>
              </a:spcBef>
              <a:spcAft>
                <a:spcPts val="800"/>
              </a:spcAft>
              <a:buNone/>
            </a:pPr>
            <a:r>
              <a:t/>
            </a:r>
            <a:endParaRPr/>
          </a:p>
        </p:txBody>
      </p:sp>
      <p:sp>
        <p:nvSpPr>
          <p:cNvPr id="764" name="Google Shape;764;p85"/>
          <p:cNvSpPr txBox="1"/>
          <p:nvPr>
            <p:ph idx="3" type="body"/>
          </p:nvPr>
        </p:nvSpPr>
        <p:spPr>
          <a:xfrm>
            <a:off x="6508200" y="3421453"/>
            <a:ext cx="2174700" cy="1180200"/>
          </a:xfrm>
          <a:prstGeom prst="rect">
            <a:avLst/>
          </a:prstGeom>
        </p:spPr>
        <p:txBody>
          <a:bodyPr anchorCtr="0" anchor="t" bIns="137150" lIns="0" spcFirstLastPara="1" rIns="0" wrap="square" tIns="137150">
            <a:noAutofit/>
          </a:bodyPr>
          <a:lstStyle/>
          <a:p>
            <a:pPr indent="0" lvl="0" marL="0" rtl="0" algn="l">
              <a:spcBef>
                <a:spcPts val="0"/>
              </a:spcBef>
              <a:spcAft>
                <a:spcPts val="0"/>
              </a:spcAft>
              <a:buNone/>
            </a:pPr>
            <a:r>
              <a:rPr lang="en"/>
              <a:t>Declined unethical payments, adopted CSR, and chose not to sell the company for profit when it conflicted with our values.</a:t>
            </a:r>
            <a:endParaRPr/>
          </a:p>
          <a:p>
            <a:pPr indent="0" lvl="0" marL="0" rtl="0" algn="l">
              <a:spcBef>
                <a:spcPts val="800"/>
              </a:spcBef>
              <a:spcAft>
                <a:spcPts val="0"/>
              </a:spcAft>
              <a:buNone/>
            </a:pPr>
            <a:r>
              <a:t/>
            </a:r>
            <a:endParaRPr/>
          </a:p>
          <a:p>
            <a:pPr indent="0" lvl="0" marL="0" rtl="0" algn="l">
              <a:spcBef>
                <a:spcPts val="800"/>
              </a:spcBef>
              <a:spcAft>
                <a:spcPts val="0"/>
              </a:spcAft>
              <a:buNone/>
            </a:pPr>
            <a:r>
              <a:t/>
            </a:r>
            <a:endParaRPr/>
          </a:p>
          <a:p>
            <a:pPr indent="0" lvl="0" marL="0" rtl="0" algn="l">
              <a:spcBef>
                <a:spcPts val="800"/>
              </a:spcBef>
              <a:spcAft>
                <a:spcPts val="800"/>
              </a:spcAft>
              <a:buNone/>
            </a:pPr>
            <a:r>
              <a:t/>
            </a:r>
            <a:endParaRPr/>
          </a:p>
        </p:txBody>
      </p:sp>
      <p:sp>
        <p:nvSpPr>
          <p:cNvPr id="765" name="Google Shape;765;p85"/>
          <p:cNvSpPr txBox="1"/>
          <p:nvPr>
            <p:ph idx="3" type="body"/>
          </p:nvPr>
        </p:nvSpPr>
        <p:spPr>
          <a:xfrm>
            <a:off x="427725" y="3421453"/>
            <a:ext cx="2174700" cy="1180200"/>
          </a:xfrm>
          <a:prstGeom prst="rect">
            <a:avLst/>
          </a:prstGeom>
        </p:spPr>
        <p:txBody>
          <a:bodyPr anchorCtr="0" anchor="t" bIns="137150" lIns="0" spcFirstLastPara="1" rIns="0" wrap="square" tIns="137150">
            <a:noAutofit/>
          </a:bodyPr>
          <a:lstStyle/>
          <a:p>
            <a:pPr indent="0" lvl="0" marL="0" rtl="0" algn="l">
              <a:spcBef>
                <a:spcPts val="0"/>
              </a:spcBef>
              <a:spcAft>
                <a:spcPts val="0"/>
              </a:spcAft>
              <a:buNone/>
            </a:pPr>
            <a:r>
              <a:rPr lang="en"/>
              <a:t>Invested in employee motivation and engagement, creating a team that goes above and beyond because they believe in the mission.</a:t>
            </a:r>
            <a:endParaRPr/>
          </a:p>
          <a:p>
            <a:pPr indent="0" lvl="0" marL="0" rtl="0" algn="l">
              <a:spcBef>
                <a:spcPts val="800"/>
              </a:spcBef>
              <a:spcAft>
                <a:spcPts val="0"/>
              </a:spcAft>
              <a:buNone/>
            </a:pPr>
            <a:r>
              <a:t/>
            </a:r>
            <a:endParaRPr/>
          </a:p>
          <a:p>
            <a:pPr indent="0" lvl="0" marL="0" rtl="0" algn="l">
              <a:spcBef>
                <a:spcPts val="800"/>
              </a:spcBef>
              <a:spcAft>
                <a:spcPts val="0"/>
              </a:spcAft>
              <a:buNone/>
            </a:pPr>
            <a:r>
              <a:t/>
            </a:r>
            <a:endParaRPr/>
          </a:p>
          <a:p>
            <a:pPr indent="0" lvl="0" marL="0" rtl="0" algn="l">
              <a:spcBef>
                <a:spcPts val="800"/>
              </a:spcBef>
              <a:spcAft>
                <a:spcPts val="8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usiness Plan Presentation">
  <a:themeElements>
    <a:clrScheme name="Simple Light">
      <a:dk1>
        <a:srgbClr val="FFFFFF"/>
      </a:dk1>
      <a:lt1>
        <a:srgbClr val="2C2C2E"/>
      </a:lt1>
      <a:dk2>
        <a:srgbClr val="B5B5B7"/>
      </a:dk2>
      <a:lt2>
        <a:srgbClr val="D6DEE6"/>
      </a:lt2>
      <a:accent1>
        <a:srgbClr val="0141FA"/>
      </a:accent1>
      <a:accent2>
        <a:srgbClr val="0B67FF"/>
      </a:accent2>
      <a:accent3>
        <a:srgbClr val="3E319E"/>
      </a:accent3>
      <a:accent4>
        <a:srgbClr val="5920CA"/>
      </a:accent4>
      <a:accent5>
        <a:srgbClr val="9900FF"/>
      </a:accent5>
      <a:accent6>
        <a:srgbClr val="3C4043"/>
      </a:accent6>
      <a:hlink>
        <a:srgbClr val="B5B5B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